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0" r:id="rId3"/>
    <p:sldMasterId id="214748366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descr="Tag=AccentColor&#10;Flavor=Light&#10;Target=FillAndLine" id="12" name="Google Shape;12;p2"/>
          <p:cNvSpPr/>
          <p:nvPr/>
        </p:nvSpPr>
        <p:spPr>
          <a:xfrm>
            <a:off x="838200" y="4736883"/>
            <a:ext cx="4243589" cy="27432"/>
          </a:xfrm>
          <a:custGeom>
            <a:rect b="b" l="l" r="r" t="t"/>
            <a:pathLst>
              <a:path extrusionOk="0" fill="none" h="27432" w="4243589">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extrusionOk="0" h="27432" w="4243589">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lt1"/>
          </a:solidFill>
          <a:ln cap="rnd" cmpd="sng" w="381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3" name="Google Shape;13;p2"/>
          <p:cNvSpPr txBox="1"/>
          <p:nvPr>
            <p:ph type="ctrTitle"/>
          </p:nvPr>
        </p:nvSpPr>
        <p:spPr>
          <a:xfrm>
            <a:off x="841248" y="448056"/>
            <a:ext cx="10515600" cy="406908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chemeClr val="lt1"/>
              </a:buClr>
              <a:buSzPts val="9600"/>
              <a:buFont typeface="Arial"/>
              <a:buNone/>
              <a:defRPr sz="9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 name="Google Shape;14;p2"/>
          <p:cNvSpPr txBox="1"/>
          <p:nvPr>
            <p:ph idx="1" type="subTitle"/>
          </p:nvPr>
        </p:nvSpPr>
        <p:spPr>
          <a:xfrm>
            <a:off x="841248" y="4983480"/>
            <a:ext cx="10515600" cy="1124712"/>
          </a:xfrm>
          <a:prstGeom prst="rect">
            <a:avLst/>
          </a:prstGeom>
          <a:noFill/>
          <a:ln>
            <a:noFill/>
          </a:ln>
        </p:spPr>
        <p:txBody>
          <a:bodyPr anchorCtr="0" anchor="t" bIns="45700" lIns="91425" spcFirstLastPara="1" rIns="91425" wrap="square" tIns="45700">
            <a:normAutofit/>
          </a:bodyPr>
          <a:lstStyle>
            <a:lvl1pPr lvl="0" algn="l">
              <a:lnSpc>
                <a:spcPct val="110000"/>
              </a:lnSpc>
              <a:spcBef>
                <a:spcPts val="1000"/>
              </a:spcBef>
              <a:spcAft>
                <a:spcPts val="0"/>
              </a:spcAft>
              <a:buClr>
                <a:schemeClr val="lt1"/>
              </a:buClr>
              <a:buSzPts val="2800"/>
              <a:buNone/>
              <a:defRPr sz="2800"/>
            </a:lvl1pPr>
            <a:lvl2pPr lvl="1" algn="ctr">
              <a:lnSpc>
                <a:spcPct val="110000"/>
              </a:lnSpc>
              <a:spcBef>
                <a:spcPts val="500"/>
              </a:spcBef>
              <a:spcAft>
                <a:spcPts val="0"/>
              </a:spcAft>
              <a:buClr>
                <a:schemeClr val="lt1"/>
              </a:buClr>
              <a:buSzPts val="2000"/>
              <a:buNone/>
              <a:defRPr sz="2000"/>
            </a:lvl2pPr>
            <a:lvl3pPr lvl="2" algn="ctr">
              <a:lnSpc>
                <a:spcPct val="110000"/>
              </a:lnSpc>
              <a:spcBef>
                <a:spcPts val="500"/>
              </a:spcBef>
              <a:spcAft>
                <a:spcPts val="0"/>
              </a:spcAft>
              <a:buClr>
                <a:schemeClr val="lt1"/>
              </a:buClr>
              <a:buSzPts val="1800"/>
              <a:buNone/>
              <a:defRPr sz="1800"/>
            </a:lvl3pPr>
            <a:lvl4pPr lvl="3" algn="ctr">
              <a:lnSpc>
                <a:spcPct val="110000"/>
              </a:lnSpc>
              <a:spcBef>
                <a:spcPts val="500"/>
              </a:spcBef>
              <a:spcAft>
                <a:spcPts val="0"/>
              </a:spcAft>
              <a:buClr>
                <a:schemeClr val="lt1"/>
              </a:buClr>
              <a:buSzPts val="1600"/>
              <a:buNone/>
              <a:defRPr sz="1600"/>
            </a:lvl4pPr>
            <a:lvl5pPr lvl="4" algn="ctr">
              <a:lnSpc>
                <a:spcPct val="11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p:txBody>
      </p:sp>
      <p:sp>
        <p:nvSpPr>
          <p:cNvPr id="15" name="Google Shape;15;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4" name="Shape 24"/>
        <p:cNvGrpSpPr/>
        <p:nvPr/>
      </p:nvGrpSpPr>
      <p:grpSpPr>
        <a:xfrm>
          <a:off x="0" y="0"/>
          <a:ext cx="0" cy="0"/>
          <a:chOff x="0" y="0"/>
          <a:chExt cx="0" cy="0"/>
        </a:xfrm>
      </p:grpSpPr>
      <p:sp>
        <p:nvSpPr>
          <p:cNvPr id="25" name="Google Shape;25;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 name="Google Shape;26;p4"/>
          <p:cNvSpPr txBox="1"/>
          <p:nvPr>
            <p:ph idx="1" type="body"/>
          </p:nvPr>
        </p:nvSpPr>
        <p:spPr>
          <a:xfrm>
            <a:off x="838200" y="1929384"/>
            <a:ext cx="10515600" cy="4251960"/>
          </a:xfrm>
          <a:prstGeom prst="rect">
            <a:avLst/>
          </a:prstGeom>
          <a:noFill/>
          <a:ln>
            <a:noFill/>
          </a:ln>
        </p:spPr>
        <p:txBody>
          <a:bodyPr anchorCtr="0" anchor="t" bIns="45700" lIns="91425" spcFirstLastPara="1" rIns="91425" wrap="square" tIns="45700">
            <a:normAutofit/>
          </a:bodyPr>
          <a:lstStyle>
            <a:lvl1pPr indent="-406400" lvl="0" marL="457200" algn="l">
              <a:lnSpc>
                <a:spcPct val="110000"/>
              </a:lnSpc>
              <a:spcBef>
                <a:spcPts val="1000"/>
              </a:spcBef>
              <a:spcAft>
                <a:spcPts val="0"/>
              </a:spcAft>
              <a:buClr>
                <a:schemeClr val="dk1"/>
              </a:buClr>
              <a:buSzPts val="2800"/>
              <a:buChar char="•"/>
              <a:defRPr sz="2800"/>
            </a:lvl1pPr>
            <a:lvl2pPr indent="-381000" lvl="1" marL="914400" algn="l">
              <a:lnSpc>
                <a:spcPct val="110000"/>
              </a:lnSpc>
              <a:spcBef>
                <a:spcPts val="500"/>
              </a:spcBef>
              <a:spcAft>
                <a:spcPts val="0"/>
              </a:spcAft>
              <a:buClr>
                <a:schemeClr val="dk1"/>
              </a:buClr>
              <a:buSzPts val="2400"/>
              <a:buChar char="•"/>
              <a:defRPr sz="2400"/>
            </a:lvl2pPr>
            <a:lvl3pPr indent="-355600" lvl="2" marL="1371600" algn="l">
              <a:lnSpc>
                <a:spcPct val="110000"/>
              </a:lnSpc>
              <a:spcBef>
                <a:spcPts val="500"/>
              </a:spcBef>
              <a:spcAft>
                <a:spcPts val="0"/>
              </a:spcAft>
              <a:buClr>
                <a:schemeClr val="dk1"/>
              </a:buClr>
              <a:buSzPts val="2000"/>
              <a:buChar char="•"/>
              <a:defRPr sz="2000"/>
            </a:lvl3pPr>
            <a:lvl4pPr indent="-342900" lvl="3" marL="1828800" algn="l">
              <a:lnSpc>
                <a:spcPct val="110000"/>
              </a:lnSpc>
              <a:spcBef>
                <a:spcPts val="500"/>
              </a:spcBef>
              <a:spcAft>
                <a:spcPts val="0"/>
              </a:spcAft>
              <a:buClr>
                <a:schemeClr val="dk1"/>
              </a:buClr>
              <a:buSzPts val="1800"/>
              <a:buChar char="•"/>
              <a:defRPr sz="1800"/>
            </a:lvl4pPr>
            <a:lvl5pPr indent="-342900" lvl="4" marL="2286000" algn="l">
              <a:lnSpc>
                <a:spcPct val="110000"/>
              </a:lnSpc>
              <a:spcBef>
                <a:spcPts val="500"/>
              </a:spcBef>
              <a:spcAft>
                <a:spcPts val="0"/>
              </a:spcAft>
              <a:buClr>
                <a:schemeClr val="dk1"/>
              </a:buClr>
              <a:buSzPts val="1800"/>
              <a:buChar char="•"/>
              <a:defRPr sz="18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 name="Google Shape;27;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descr="Tag=AccentColor&#10;Flavor=Light&#10;Target=FillAndLine" id="30" name="Google Shape;30;p4"/>
          <p:cNvSpPr/>
          <p:nvPr/>
        </p:nvSpPr>
        <p:spPr>
          <a:xfrm>
            <a:off x="838199" y="1709928"/>
            <a:ext cx="10515600" cy="27432"/>
          </a:xfrm>
          <a:custGeom>
            <a:rect b="b" l="l" r="r" t="t"/>
            <a:pathLst>
              <a:path extrusionOk="0" fill="none" h="27432" w="10515600">
                <a:moveTo>
                  <a:pt x="0" y="0"/>
                </a:moveTo>
                <a:cubicBezTo>
                  <a:pt x="119693" y="-14343"/>
                  <a:pt x="253007" y="-7583"/>
                  <a:pt x="446913" y="0"/>
                </a:cubicBezTo>
                <a:cubicBezTo>
                  <a:pt x="640819" y="7583"/>
                  <a:pt x="841419" y="-7067"/>
                  <a:pt x="1104138" y="0"/>
                </a:cubicBezTo>
                <a:cubicBezTo>
                  <a:pt x="1366858" y="7067"/>
                  <a:pt x="1495525" y="1255"/>
                  <a:pt x="1866519" y="0"/>
                </a:cubicBezTo>
                <a:cubicBezTo>
                  <a:pt x="2237513" y="-1255"/>
                  <a:pt x="2043820" y="12003"/>
                  <a:pt x="2208276" y="0"/>
                </a:cubicBezTo>
                <a:cubicBezTo>
                  <a:pt x="2372732" y="-12003"/>
                  <a:pt x="2419452" y="9887"/>
                  <a:pt x="2550033" y="0"/>
                </a:cubicBezTo>
                <a:cubicBezTo>
                  <a:pt x="2680614" y="-9887"/>
                  <a:pt x="3098156" y="3827"/>
                  <a:pt x="3417570" y="0"/>
                </a:cubicBezTo>
                <a:cubicBezTo>
                  <a:pt x="3736984" y="-3827"/>
                  <a:pt x="3916040" y="-6233"/>
                  <a:pt x="4074795" y="0"/>
                </a:cubicBezTo>
                <a:cubicBezTo>
                  <a:pt x="4233551" y="6233"/>
                  <a:pt x="4279253" y="5661"/>
                  <a:pt x="4416552" y="0"/>
                </a:cubicBezTo>
                <a:cubicBezTo>
                  <a:pt x="4553851" y="-5661"/>
                  <a:pt x="4915758" y="26022"/>
                  <a:pt x="5073777" y="0"/>
                </a:cubicBezTo>
                <a:cubicBezTo>
                  <a:pt x="5231797" y="-26022"/>
                  <a:pt x="5612089" y="32230"/>
                  <a:pt x="5941314" y="0"/>
                </a:cubicBezTo>
                <a:cubicBezTo>
                  <a:pt x="6270539" y="-32230"/>
                  <a:pt x="6313600" y="3064"/>
                  <a:pt x="6493383" y="0"/>
                </a:cubicBezTo>
                <a:cubicBezTo>
                  <a:pt x="6673166" y="-3064"/>
                  <a:pt x="6902474" y="-21096"/>
                  <a:pt x="7045452" y="0"/>
                </a:cubicBezTo>
                <a:cubicBezTo>
                  <a:pt x="7188430" y="21096"/>
                  <a:pt x="7478162" y="17386"/>
                  <a:pt x="7702677" y="0"/>
                </a:cubicBezTo>
                <a:cubicBezTo>
                  <a:pt x="7927192" y="-17386"/>
                  <a:pt x="8295683" y="-35143"/>
                  <a:pt x="8465058" y="0"/>
                </a:cubicBezTo>
                <a:cubicBezTo>
                  <a:pt x="8634433" y="35143"/>
                  <a:pt x="8927835" y="4103"/>
                  <a:pt x="9227439" y="0"/>
                </a:cubicBezTo>
                <a:cubicBezTo>
                  <a:pt x="9527043" y="-4103"/>
                  <a:pt x="10105355" y="-17535"/>
                  <a:pt x="10515600" y="0"/>
                </a:cubicBezTo>
                <a:cubicBezTo>
                  <a:pt x="10515789" y="12323"/>
                  <a:pt x="10515633" y="14639"/>
                  <a:pt x="10515600" y="27432"/>
                </a:cubicBezTo>
                <a:cubicBezTo>
                  <a:pt x="10343646" y="15282"/>
                  <a:pt x="10223667" y="31057"/>
                  <a:pt x="10068687" y="27432"/>
                </a:cubicBezTo>
                <a:cubicBezTo>
                  <a:pt x="9913707" y="23807"/>
                  <a:pt x="9512455" y="4101"/>
                  <a:pt x="9201150" y="27432"/>
                </a:cubicBezTo>
                <a:cubicBezTo>
                  <a:pt x="8889845" y="50763"/>
                  <a:pt x="8866277" y="3158"/>
                  <a:pt x="8543925" y="27432"/>
                </a:cubicBezTo>
                <a:cubicBezTo>
                  <a:pt x="8221573" y="51706"/>
                  <a:pt x="8288348" y="37286"/>
                  <a:pt x="8202168" y="27432"/>
                </a:cubicBezTo>
                <a:cubicBezTo>
                  <a:pt x="8115988" y="17578"/>
                  <a:pt x="7797033" y="6631"/>
                  <a:pt x="7544943" y="27432"/>
                </a:cubicBezTo>
                <a:cubicBezTo>
                  <a:pt x="7292854" y="48233"/>
                  <a:pt x="7108060" y="41767"/>
                  <a:pt x="6992874" y="27432"/>
                </a:cubicBezTo>
                <a:cubicBezTo>
                  <a:pt x="6877688" y="13097"/>
                  <a:pt x="6668930" y="7947"/>
                  <a:pt x="6440805" y="27432"/>
                </a:cubicBezTo>
                <a:cubicBezTo>
                  <a:pt x="6212680" y="46917"/>
                  <a:pt x="6027476" y="35225"/>
                  <a:pt x="5888736" y="27432"/>
                </a:cubicBezTo>
                <a:cubicBezTo>
                  <a:pt x="5749996" y="19639"/>
                  <a:pt x="5574559" y="43627"/>
                  <a:pt x="5336667" y="27432"/>
                </a:cubicBezTo>
                <a:cubicBezTo>
                  <a:pt x="5098775" y="11237"/>
                  <a:pt x="4837534" y="41882"/>
                  <a:pt x="4574286" y="27432"/>
                </a:cubicBezTo>
                <a:cubicBezTo>
                  <a:pt x="4311038" y="12982"/>
                  <a:pt x="4126419" y="26678"/>
                  <a:pt x="3917061" y="27432"/>
                </a:cubicBezTo>
                <a:cubicBezTo>
                  <a:pt x="3707704" y="28186"/>
                  <a:pt x="3657291" y="40087"/>
                  <a:pt x="3575304" y="27432"/>
                </a:cubicBezTo>
                <a:cubicBezTo>
                  <a:pt x="3493317" y="14777"/>
                  <a:pt x="3185226" y="45867"/>
                  <a:pt x="3023235" y="27432"/>
                </a:cubicBezTo>
                <a:cubicBezTo>
                  <a:pt x="2861244" y="8997"/>
                  <a:pt x="2597085" y="35801"/>
                  <a:pt x="2260854" y="27432"/>
                </a:cubicBezTo>
                <a:cubicBezTo>
                  <a:pt x="1924623" y="19063"/>
                  <a:pt x="1996678" y="15705"/>
                  <a:pt x="1813941" y="27432"/>
                </a:cubicBezTo>
                <a:cubicBezTo>
                  <a:pt x="1631204" y="39159"/>
                  <a:pt x="1187542" y="49167"/>
                  <a:pt x="946404" y="27432"/>
                </a:cubicBezTo>
                <a:cubicBezTo>
                  <a:pt x="705266" y="5697"/>
                  <a:pt x="404743" y="28229"/>
                  <a:pt x="0" y="27432"/>
                </a:cubicBezTo>
                <a:cubicBezTo>
                  <a:pt x="244" y="15297"/>
                  <a:pt x="645" y="7129"/>
                  <a:pt x="0" y="0"/>
                </a:cubicBezTo>
                <a:close/>
              </a:path>
              <a:path extrusionOk="0" h="27432" w="1051560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15650" y="5798"/>
                  <a:pt x="10515903" y="19375"/>
                  <a:pt x="10515600" y="27432"/>
                </a:cubicBezTo>
                <a:cubicBezTo>
                  <a:pt x="10304538" y="42307"/>
                  <a:pt x="10069280" y="3335"/>
                  <a:pt x="9753219" y="27432"/>
                </a:cubicBezTo>
                <a:cubicBezTo>
                  <a:pt x="9437158" y="51529"/>
                  <a:pt x="9488415" y="23852"/>
                  <a:pt x="9411462" y="27432"/>
                </a:cubicBezTo>
                <a:cubicBezTo>
                  <a:pt x="9334509" y="31012"/>
                  <a:pt x="9183755" y="44107"/>
                  <a:pt x="8964549" y="27432"/>
                </a:cubicBezTo>
                <a:cubicBezTo>
                  <a:pt x="8745343" y="10757"/>
                  <a:pt x="8279150" y="61693"/>
                  <a:pt x="8097012" y="27432"/>
                </a:cubicBezTo>
                <a:cubicBezTo>
                  <a:pt x="7914874" y="-6829"/>
                  <a:pt x="7608717" y="59556"/>
                  <a:pt x="7439787" y="27432"/>
                </a:cubicBezTo>
                <a:cubicBezTo>
                  <a:pt x="7270858" y="-4692"/>
                  <a:pt x="7154492" y="27026"/>
                  <a:pt x="6992874" y="27432"/>
                </a:cubicBezTo>
                <a:cubicBezTo>
                  <a:pt x="6831256" y="27838"/>
                  <a:pt x="6536817" y="51174"/>
                  <a:pt x="6335649" y="27432"/>
                </a:cubicBezTo>
                <a:cubicBezTo>
                  <a:pt x="6134481" y="3690"/>
                  <a:pt x="6097824" y="11070"/>
                  <a:pt x="5993892" y="27432"/>
                </a:cubicBezTo>
                <a:cubicBezTo>
                  <a:pt x="5889960" y="43794"/>
                  <a:pt x="5793821" y="34098"/>
                  <a:pt x="5652135" y="27432"/>
                </a:cubicBezTo>
                <a:cubicBezTo>
                  <a:pt x="5510449" y="20766"/>
                  <a:pt x="5168382" y="-3650"/>
                  <a:pt x="4994910" y="27432"/>
                </a:cubicBezTo>
                <a:cubicBezTo>
                  <a:pt x="4821439" y="58514"/>
                  <a:pt x="4653937" y="21362"/>
                  <a:pt x="4547997" y="27432"/>
                </a:cubicBezTo>
                <a:cubicBezTo>
                  <a:pt x="4442057" y="33502"/>
                  <a:pt x="4153363" y="33024"/>
                  <a:pt x="3785616" y="27432"/>
                </a:cubicBezTo>
                <a:cubicBezTo>
                  <a:pt x="3417869" y="21840"/>
                  <a:pt x="3544908" y="29840"/>
                  <a:pt x="3338703" y="27432"/>
                </a:cubicBezTo>
                <a:cubicBezTo>
                  <a:pt x="3132498" y="25024"/>
                  <a:pt x="2782152" y="45947"/>
                  <a:pt x="2576322" y="27432"/>
                </a:cubicBezTo>
                <a:cubicBezTo>
                  <a:pt x="2370492" y="8917"/>
                  <a:pt x="2347214" y="14129"/>
                  <a:pt x="2234565" y="27432"/>
                </a:cubicBezTo>
                <a:cubicBezTo>
                  <a:pt x="2121916" y="40735"/>
                  <a:pt x="1785921" y="49081"/>
                  <a:pt x="1472184" y="27432"/>
                </a:cubicBezTo>
                <a:cubicBezTo>
                  <a:pt x="1158447" y="5783"/>
                  <a:pt x="1203910" y="37937"/>
                  <a:pt x="1025271" y="27432"/>
                </a:cubicBezTo>
                <a:cubicBezTo>
                  <a:pt x="846632" y="16927"/>
                  <a:pt x="846577" y="17996"/>
                  <a:pt x="683514" y="27432"/>
                </a:cubicBezTo>
                <a:cubicBezTo>
                  <a:pt x="520451" y="36868"/>
                  <a:pt x="320799" y="46677"/>
                  <a:pt x="0" y="27432"/>
                </a:cubicBezTo>
                <a:cubicBezTo>
                  <a:pt x="-510" y="19859"/>
                  <a:pt x="-1106" y="11474"/>
                  <a:pt x="0" y="0"/>
                </a:cubicBezTo>
                <a:close/>
              </a:path>
            </a:pathLst>
          </a:custGeom>
          <a:solidFill>
            <a:schemeClr val="dk1"/>
          </a:solidFill>
          <a:ln cap="rnd" cmpd="sng" w="381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1" name="Shape 31"/>
        <p:cNvGrpSpPr/>
        <p:nvPr/>
      </p:nvGrpSpPr>
      <p:grpSpPr>
        <a:xfrm>
          <a:off x="0" y="0"/>
          <a:ext cx="0" cy="0"/>
          <a:chOff x="0" y="0"/>
          <a:chExt cx="0" cy="0"/>
        </a:xfrm>
      </p:grpSpPr>
      <p:sp>
        <p:nvSpPr>
          <p:cNvPr id="32" name="Google Shape;32;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5"/>
          <p:cNvSpPr txBox="1"/>
          <p:nvPr>
            <p:ph idx="1" type="body"/>
          </p:nvPr>
        </p:nvSpPr>
        <p:spPr>
          <a:xfrm>
            <a:off x="838200" y="1929384"/>
            <a:ext cx="5181600" cy="4251960"/>
          </a:xfrm>
          <a:prstGeom prst="rect">
            <a:avLst/>
          </a:prstGeom>
          <a:noFill/>
          <a:ln>
            <a:noFill/>
          </a:ln>
        </p:spPr>
        <p:txBody>
          <a:bodyPr anchorCtr="0" anchor="t" bIns="45700" lIns="91425" spcFirstLastPara="1" rIns="91425" wrap="square" tIns="45700">
            <a:normAutofit/>
          </a:bodyPr>
          <a:lstStyle>
            <a:lvl1pPr indent="-342900" lvl="0" marL="457200" algn="l">
              <a:lnSpc>
                <a:spcPct val="110000"/>
              </a:lnSpc>
              <a:spcBef>
                <a:spcPts val="1000"/>
              </a:spcBef>
              <a:spcAft>
                <a:spcPts val="0"/>
              </a:spcAft>
              <a:buClr>
                <a:schemeClr val="dk1"/>
              </a:buClr>
              <a:buSzPts val="1800"/>
              <a:buChar char="•"/>
              <a:defRPr/>
            </a:lvl1pPr>
            <a:lvl2pPr indent="-342900" lvl="1" marL="914400" algn="l">
              <a:lnSpc>
                <a:spcPct val="110000"/>
              </a:lnSpc>
              <a:spcBef>
                <a:spcPts val="500"/>
              </a:spcBef>
              <a:spcAft>
                <a:spcPts val="0"/>
              </a:spcAft>
              <a:buClr>
                <a:schemeClr val="dk1"/>
              </a:buClr>
              <a:buSzPts val="1800"/>
              <a:buChar char="•"/>
              <a:defRPr/>
            </a:lvl2pPr>
            <a:lvl3pPr indent="-342900" lvl="2" marL="1371600" algn="l">
              <a:lnSpc>
                <a:spcPct val="110000"/>
              </a:lnSpc>
              <a:spcBef>
                <a:spcPts val="500"/>
              </a:spcBef>
              <a:spcAft>
                <a:spcPts val="0"/>
              </a:spcAft>
              <a:buClr>
                <a:schemeClr val="dk1"/>
              </a:buClr>
              <a:buSzPts val="1800"/>
              <a:buChar char="•"/>
              <a:defRPr/>
            </a:lvl3pPr>
            <a:lvl4pPr indent="-342900" lvl="3" marL="1828800" algn="l">
              <a:lnSpc>
                <a:spcPct val="110000"/>
              </a:lnSpc>
              <a:spcBef>
                <a:spcPts val="500"/>
              </a:spcBef>
              <a:spcAft>
                <a:spcPts val="0"/>
              </a:spcAft>
              <a:buClr>
                <a:schemeClr val="dk1"/>
              </a:buClr>
              <a:buSzPts val="1800"/>
              <a:buChar char="•"/>
              <a:defRPr/>
            </a:lvl4pPr>
            <a:lvl5pPr indent="-342900" lvl="4" marL="2286000" algn="l">
              <a:lnSpc>
                <a:spcPct val="11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 name="Google Shape;34;p5"/>
          <p:cNvSpPr txBox="1"/>
          <p:nvPr>
            <p:ph idx="2" type="body"/>
          </p:nvPr>
        </p:nvSpPr>
        <p:spPr>
          <a:xfrm>
            <a:off x="6172200" y="1929384"/>
            <a:ext cx="5181600" cy="4251960"/>
          </a:xfrm>
          <a:prstGeom prst="rect">
            <a:avLst/>
          </a:prstGeom>
          <a:noFill/>
          <a:ln>
            <a:noFill/>
          </a:ln>
        </p:spPr>
        <p:txBody>
          <a:bodyPr anchorCtr="0" anchor="t" bIns="45700" lIns="91425" spcFirstLastPara="1" rIns="91425" wrap="square" tIns="45700">
            <a:normAutofit/>
          </a:bodyPr>
          <a:lstStyle>
            <a:lvl1pPr indent="-342900" lvl="0" marL="457200" algn="l">
              <a:lnSpc>
                <a:spcPct val="110000"/>
              </a:lnSpc>
              <a:spcBef>
                <a:spcPts val="1000"/>
              </a:spcBef>
              <a:spcAft>
                <a:spcPts val="0"/>
              </a:spcAft>
              <a:buClr>
                <a:schemeClr val="dk1"/>
              </a:buClr>
              <a:buSzPts val="1800"/>
              <a:buChar char="•"/>
              <a:defRPr/>
            </a:lvl1pPr>
            <a:lvl2pPr indent="-342900" lvl="1" marL="914400" algn="l">
              <a:lnSpc>
                <a:spcPct val="110000"/>
              </a:lnSpc>
              <a:spcBef>
                <a:spcPts val="500"/>
              </a:spcBef>
              <a:spcAft>
                <a:spcPts val="0"/>
              </a:spcAft>
              <a:buClr>
                <a:schemeClr val="dk1"/>
              </a:buClr>
              <a:buSzPts val="1800"/>
              <a:buChar char="•"/>
              <a:defRPr/>
            </a:lvl2pPr>
            <a:lvl3pPr indent="-342900" lvl="2" marL="1371600" algn="l">
              <a:lnSpc>
                <a:spcPct val="110000"/>
              </a:lnSpc>
              <a:spcBef>
                <a:spcPts val="500"/>
              </a:spcBef>
              <a:spcAft>
                <a:spcPts val="0"/>
              </a:spcAft>
              <a:buClr>
                <a:schemeClr val="dk1"/>
              </a:buClr>
              <a:buSzPts val="1800"/>
              <a:buChar char="•"/>
              <a:defRPr/>
            </a:lvl3pPr>
            <a:lvl4pPr indent="-342900" lvl="3" marL="1828800" algn="l">
              <a:lnSpc>
                <a:spcPct val="110000"/>
              </a:lnSpc>
              <a:spcBef>
                <a:spcPts val="500"/>
              </a:spcBef>
              <a:spcAft>
                <a:spcPts val="0"/>
              </a:spcAft>
              <a:buClr>
                <a:schemeClr val="dk1"/>
              </a:buClr>
              <a:buSzPts val="1800"/>
              <a:buChar char="•"/>
              <a:defRPr/>
            </a:lvl4pPr>
            <a:lvl5pPr indent="-342900" lvl="4" marL="2286000" algn="l">
              <a:lnSpc>
                <a:spcPct val="11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5" name="Google Shape;35;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descr="Tag=AccentColor&#10;Flavor=Light&#10;Target=FillAndLine" id="38" name="Google Shape;38;p5"/>
          <p:cNvSpPr/>
          <p:nvPr/>
        </p:nvSpPr>
        <p:spPr>
          <a:xfrm>
            <a:off x="838199" y="1709928"/>
            <a:ext cx="10515600" cy="27432"/>
          </a:xfrm>
          <a:custGeom>
            <a:rect b="b" l="l" r="r" t="t"/>
            <a:pathLst>
              <a:path extrusionOk="0" fill="none" h="27432" w="10515600">
                <a:moveTo>
                  <a:pt x="0" y="0"/>
                </a:moveTo>
                <a:cubicBezTo>
                  <a:pt x="119693" y="-14343"/>
                  <a:pt x="253007" y="-7583"/>
                  <a:pt x="446913" y="0"/>
                </a:cubicBezTo>
                <a:cubicBezTo>
                  <a:pt x="640819" y="7583"/>
                  <a:pt x="841419" y="-7067"/>
                  <a:pt x="1104138" y="0"/>
                </a:cubicBezTo>
                <a:cubicBezTo>
                  <a:pt x="1366858" y="7067"/>
                  <a:pt x="1495525" y="1255"/>
                  <a:pt x="1866519" y="0"/>
                </a:cubicBezTo>
                <a:cubicBezTo>
                  <a:pt x="2237513" y="-1255"/>
                  <a:pt x="2043820" y="12003"/>
                  <a:pt x="2208276" y="0"/>
                </a:cubicBezTo>
                <a:cubicBezTo>
                  <a:pt x="2372732" y="-12003"/>
                  <a:pt x="2419452" y="9887"/>
                  <a:pt x="2550033" y="0"/>
                </a:cubicBezTo>
                <a:cubicBezTo>
                  <a:pt x="2680614" y="-9887"/>
                  <a:pt x="3098156" y="3827"/>
                  <a:pt x="3417570" y="0"/>
                </a:cubicBezTo>
                <a:cubicBezTo>
                  <a:pt x="3736984" y="-3827"/>
                  <a:pt x="3916040" y="-6233"/>
                  <a:pt x="4074795" y="0"/>
                </a:cubicBezTo>
                <a:cubicBezTo>
                  <a:pt x="4233551" y="6233"/>
                  <a:pt x="4279253" y="5661"/>
                  <a:pt x="4416552" y="0"/>
                </a:cubicBezTo>
                <a:cubicBezTo>
                  <a:pt x="4553851" y="-5661"/>
                  <a:pt x="4915758" y="26022"/>
                  <a:pt x="5073777" y="0"/>
                </a:cubicBezTo>
                <a:cubicBezTo>
                  <a:pt x="5231797" y="-26022"/>
                  <a:pt x="5612089" y="32230"/>
                  <a:pt x="5941314" y="0"/>
                </a:cubicBezTo>
                <a:cubicBezTo>
                  <a:pt x="6270539" y="-32230"/>
                  <a:pt x="6313600" y="3064"/>
                  <a:pt x="6493383" y="0"/>
                </a:cubicBezTo>
                <a:cubicBezTo>
                  <a:pt x="6673166" y="-3064"/>
                  <a:pt x="6902474" y="-21096"/>
                  <a:pt x="7045452" y="0"/>
                </a:cubicBezTo>
                <a:cubicBezTo>
                  <a:pt x="7188430" y="21096"/>
                  <a:pt x="7478162" y="17386"/>
                  <a:pt x="7702677" y="0"/>
                </a:cubicBezTo>
                <a:cubicBezTo>
                  <a:pt x="7927192" y="-17386"/>
                  <a:pt x="8295683" y="-35143"/>
                  <a:pt x="8465058" y="0"/>
                </a:cubicBezTo>
                <a:cubicBezTo>
                  <a:pt x="8634433" y="35143"/>
                  <a:pt x="8927835" y="4103"/>
                  <a:pt x="9227439" y="0"/>
                </a:cubicBezTo>
                <a:cubicBezTo>
                  <a:pt x="9527043" y="-4103"/>
                  <a:pt x="10105355" y="-17535"/>
                  <a:pt x="10515600" y="0"/>
                </a:cubicBezTo>
                <a:cubicBezTo>
                  <a:pt x="10515789" y="12323"/>
                  <a:pt x="10515633" y="14639"/>
                  <a:pt x="10515600" y="27432"/>
                </a:cubicBezTo>
                <a:cubicBezTo>
                  <a:pt x="10343646" y="15282"/>
                  <a:pt x="10223667" y="31057"/>
                  <a:pt x="10068687" y="27432"/>
                </a:cubicBezTo>
                <a:cubicBezTo>
                  <a:pt x="9913707" y="23807"/>
                  <a:pt x="9512455" y="4101"/>
                  <a:pt x="9201150" y="27432"/>
                </a:cubicBezTo>
                <a:cubicBezTo>
                  <a:pt x="8889845" y="50763"/>
                  <a:pt x="8866277" y="3158"/>
                  <a:pt x="8543925" y="27432"/>
                </a:cubicBezTo>
                <a:cubicBezTo>
                  <a:pt x="8221573" y="51706"/>
                  <a:pt x="8288348" y="37286"/>
                  <a:pt x="8202168" y="27432"/>
                </a:cubicBezTo>
                <a:cubicBezTo>
                  <a:pt x="8115988" y="17578"/>
                  <a:pt x="7797033" y="6631"/>
                  <a:pt x="7544943" y="27432"/>
                </a:cubicBezTo>
                <a:cubicBezTo>
                  <a:pt x="7292854" y="48233"/>
                  <a:pt x="7108060" y="41767"/>
                  <a:pt x="6992874" y="27432"/>
                </a:cubicBezTo>
                <a:cubicBezTo>
                  <a:pt x="6877688" y="13097"/>
                  <a:pt x="6668930" y="7947"/>
                  <a:pt x="6440805" y="27432"/>
                </a:cubicBezTo>
                <a:cubicBezTo>
                  <a:pt x="6212680" y="46917"/>
                  <a:pt x="6027476" y="35225"/>
                  <a:pt x="5888736" y="27432"/>
                </a:cubicBezTo>
                <a:cubicBezTo>
                  <a:pt x="5749996" y="19639"/>
                  <a:pt x="5574559" y="43627"/>
                  <a:pt x="5336667" y="27432"/>
                </a:cubicBezTo>
                <a:cubicBezTo>
                  <a:pt x="5098775" y="11237"/>
                  <a:pt x="4837534" y="41882"/>
                  <a:pt x="4574286" y="27432"/>
                </a:cubicBezTo>
                <a:cubicBezTo>
                  <a:pt x="4311038" y="12982"/>
                  <a:pt x="4126419" y="26678"/>
                  <a:pt x="3917061" y="27432"/>
                </a:cubicBezTo>
                <a:cubicBezTo>
                  <a:pt x="3707704" y="28186"/>
                  <a:pt x="3657291" y="40087"/>
                  <a:pt x="3575304" y="27432"/>
                </a:cubicBezTo>
                <a:cubicBezTo>
                  <a:pt x="3493317" y="14777"/>
                  <a:pt x="3185226" y="45867"/>
                  <a:pt x="3023235" y="27432"/>
                </a:cubicBezTo>
                <a:cubicBezTo>
                  <a:pt x="2861244" y="8997"/>
                  <a:pt x="2597085" y="35801"/>
                  <a:pt x="2260854" y="27432"/>
                </a:cubicBezTo>
                <a:cubicBezTo>
                  <a:pt x="1924623" y="19063"/>
                  <a:pt x="1996678" y="15705"/>
                  <a:pt x="1813941" y="27432"/>
                </a:cubicBezTo>
                <a:cubicBezTo>
                  <a:pt x="1631204" y="39159"/>
                  <a:pt x="1187542" y="49167"/>
                  <a:pt x="946404" y="27432"/>
                </a:cubicBezTo>
                <a:cubicBezTo>
                  <a:pt x="705266" y="5697"/>
                  <a:pt x="404743" y="28229"/>
                  <a:pt x="0" y="27432"/>
                </a:cubicBezTo>
                <a:cubicBezTo>
                  <a:pt x="244" y="15297"/>
                  <a:pt x="645" y="7129"/>
                  <a:pt x="0" y="0"/>
                </a:cubicBezTo>
                <a:close/>
              </a:path>
              <a:path extrusionOk="0" h="27432" w="1051560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15650" y="5798"/>
                  <a:pt x="10515903" y="19375"/>
                  <a:pt x="10515600" y="27432"/>
                </a:cubicBezTo>
                <a:cubicBezTo>
                  <a:pt x="10304538" y="42307"/>
                  <a:pt x="10069280" y="3335"/>
                  <a:pt x="9753219" y="27432"/>
                </a:cubicBezTo>
                <a:cubicBezTo>
                  <a:pt x="9437158" y="51529"/>
                  <a:pt x="9488415" y="23852"/>
                  <a:pt x="9411462" y="27432"/>
                </a:cubicBezTo>
                <a:cubicBezTo>
                  <a:pt x="9334509" y="31012"/>
                  <a:pt x="9183755" y="44107"/>
                  <a:pt x="8964549" y="27432"/>
                </a:cubicBezTo>
                <a:cubicBezTo>
                  <a:pt x="8745343" y="10757"/>
                  <a:pt x="8279150" y="61693"/>
                  <a:pt x="8097012" y="27432"/>
                </a:cubicBezTo>
                <a:cubicBezTo>
                  <a:pt x="7914874" y="-6829"/>
                  <a:pt x="7608717" y="59556"/>
                  <a:pt x="7439787" y="27432"/>
                </a:cubicBezTo>
                <a:cubicBezTo>
                  <a:pt x="7270858" y="-4692"/>
                  <a:pt x="7154492" y="27026"/>
                  <a:pt x="6992874" y="27432"/>
                </a:cubicBezTo>
                <a:cubicBezTo>
                  <a:pt x="6831256" y="27838"/>
                  <a:pt x="6536817" y="51174"/>
                  <a:pt x="6335649" y="27432"/>
                </a:cubicBezTo>
                <a:cubicBezTo>
                  <a:pt x="6134481" y="3690"/>
                  <a:pt x="6097824" y="11070"/>
                  <a:pt x="5993892" y="27432"/>
                </a:cubicBezTo>
                <a:cubicBezTo>
                  <a:pt x="5889960" y="43794"/>
                  <a:pt x="5793821" y="34098"/>
                  <a:pt x="5652135" y="27432"/>
                </a:cubicBezTo>
                <a:cubicBezTo>
                  <a:pt x="5510449" y="20766"/>
                  <a:pt x="5168382" y="-3650"/>
                  <a:pt x="4994910" y="27432"/>
                </a:cubicBezTo>
                <a:cubicBezTo>
                  <a:pt x="4821439" y="58514"/>
                  <a:pt x="4653937" y="21362"/>
                  <a:pt x="4547997" y="27432"/>
                </a:cubicBezTo>
                <a:cubicBezTo>
                  <a:pt x="4442057" y="33502"/>
                  <a:pt x="4153363" y="33024"/>
                  <a:pt x="3785616" y="27432"/>
                </a:cubicBezTo>
                <a:cubicBezTo>
                  <a:pt x="3417869" y="21840"/>
                  <a:pt x="3544908" y="29840"/>
                  <a:pt x="3338703" y="27432"/>
                </a:cubicBezTo>
                <a:cubicBezTo>
                  <a:pt x="3132498" y="25024"/>
                  <a:pt x="2782152" y="45947"/>
                  <a:pt x="2576322" y="27432"/>
                </a:cubicBezTo>
                <a:cubicBezTo>
                  <a:pt x="2370492" y="8917"/>
                  <a:pt x="2347214" y="14129"/>
                  <a:pt x="2234565" y="27432"/>
                </a:cubicBezTo>
                <a:cubicBezTo>
                  <a:pt x="2121916" y="40735"/>
                  <a:pt x="1785921" y="49081"/>
                  <a:pt x="1472184" y="27432"/>
                </a:cubicBezTo>
                <a:cubicBezTo>
                  <a:pt x="1158447" y="5783"/>
                  <a:pt x="1203910" y="37937"/>
                  <a:pt x="1025271" y="27432"/>
                </a:cubicBezTo>
                <a:cubicBezTo>
                  <a:pt x="846632" y="16927"/>
                  <a:pt x="846577" y="17996"/>
                  <a:pt x="683514" y="27432"/>
                </a:cubicBezTo>
                <a:cubicBezTo>
                  <a:pt x="520451" y="36868"/>
                  <a:pt x="320799" y="46677"/>
                  <a:pt x="0" y="27432"/>
                </a:cubicBezTo>
                <a:cubicBezTo>
                  <a:pt x="-510" y="19859"/>
                  <a:pt x="-1106" y="11474"/>
                  <a:pt x="0" y="0"/>
                </a:cubicBezTo>
                <a:close/>
              </a:path>
            </a:pathLst>
          </a:custGeom>
          <a:solidFill>
            <a:schemeClr val="dk1"/>
          </a:solidFill>
          <a:ln cap="rnd" cmpd="sng" w="381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39" name="Shape 39"/>
        <p:cNvGrpSpPr/>
        <p:nvPr/>
      </p:nvGrpSpPr>
      <p:grpSpPr>
        <a:xfrm>
          <a:off x="0" y="0"/>
          <a:ext cx="0" cy="0"/>
          <a:chOff x="0" y="0"/>
          <a:chExt cx="0" cy="0"/>
        </a:xfrm>
      </p:grpSpPr>
      <p:sp>
        <p:nvSpPr>
          <p:cNvPr id="40" name="Google Shape;40;p6"/>
          <p:cNvSpPr txBox="1"/>
          <p:nvPr>
            <p:ph type="title"/>
          </p:nvPr>
        </p:nvSpPr>
        <p:spPr>
          <a:xfrm>
            <a:off x="839788" y="457200"/>
            <a:ext cx="3931920" cy="34290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6000"/>
              <a:buFont typeface="Arial"/>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 name="Google Shape;41;p6"/>
          <p:cNvSpPr/>
          <p:nvPr>
            <p:ph idx="2" type="pic"/>
          </p:nvPr>
        </p:nvSpPr>
        <p:spPr>
          <a:xfrm>
            <a:off x="5303520" y="548640"/>
            <a:ext cx="6053328" cy="5431536"/>
          </a:xfrm>
          <a:prstGeom prst="rect">
            <a:avLst/>
          </a:prstGeom>
          <a:noFill/>
          <a:ln>
            <a:noFill/>
          </a:ln>
        </p:spPr>
        <p:txBody>
          <a:bodyPr anchorCtr="0" anchor="t" bIns="45700" lIns="91425" spcFirstLastPara="1" rIns="91425" wrap="square" tIns="45700">
            <a:noAutofit/>
          </a:bodyPr>
          <a:lstStyle>
            <a:lvl1pPr lvl="0" marR="0" rtl="0" algn="l">
              <a:lnSpc>
                <a:spcPct val="110000"/>
              </a:lnSpc>
              <a:spcBef>
                <a:spcPts val="1000"/>
              </a:spcBef>
              <a:spcAft>
                <a:spcPts val="0"/>
              </a:spcAft>
              <a:buClr>
                <a:schemeClr val="dk1"/>
              </a:buClr>
              <a:buSzPts val="3200"/>
              <a:buFont typeface="Arial"/>
              <a:buNone/>
              <a:defRPr b="0" i="0" sz="3200" u="none" cap="none" strike="noStrike">
                <a:solidFill>
                  <a:schemeClr val="dk1"/>
                </a:solidFill>
                <a:latin typeface="Arial"/>
                <a:ea typeface="Arial"/>
                <a:cs typeface="Arial"/>
                <a:sym typeface="Arial"/>
              </a:defRPr>
            </a:lvl1pPr>
            <a:lvl2pPr lvl="1" marR="0" rtl="0" algn="l">
              <a:lnSpc>
                <a:spcPct val="110000"/>
              </a:lnSpc>
              <a:spcBef>
                <a:spcPts val="50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10000"/>
              </a:lnSpc>
              <a:spcBef>
                <a:spcPts val="50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3pPr>
            <a:lvl4pPr lvl="3" marR="0" rtl="0" algn="l">
              <a:lnSpc>
                <a:spcPct val="11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4pPr>
            <a:lvl5pPr lvl="4" marR="0" rtl="0" algn="l">
              <a:lnSpc>
                <a:spcPct val="11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5pPr>
            <a:lvl6pPr lvl="5"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6pPr>
            <a:lvl7pPr lvl="6"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7pPr>
            <a:lvl8pPr lvl="7"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8pPr>
            <a:lvl9pPr lvl="8"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9pPr>
          </a:lstStyle>
          <a:p/>
        </p:txBody>
      </p:sp>
      <p:sp>
        <p:nvSpPr>
          <p:cNvPr id="42" name="Google Shape;42;p6"/>
          <p:cNvSpPr txBox="1"/>
          <p:nvPr>
            <p:ph idx="1" type="body"/>
          </p:nvPr>
        </p:nvSpPr>
        <p:spPr>
          <a:xfrm>
            <a:off x="839788" y="3977640"/>
            <a:ext cx="3931920" cy="2002536"/>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000"/>
              </a:spcBef>
              <a:spcAft>
                <a:spcPts val="0"/>
              </a:spcAft>
              <a:buClr>
                <a:schemeClr val="dk1"/>
              </a:buClr>
              <a:buSzPts val="3200"/>
              <a:buNone/>
              <a:defRPr sz="3200"/>
            </a:lvl1pPr>
            <a:lvl2pPr indent="-228600" lvl="1" marL="914400" algn="l">
              <a:lnSpc>
                <a:spcPct val="110000"/>
              </a:lnSpc>
              <a:spcBef>
                <a:spcPts val="500"/>
              </a:spcBef>
              <a:spcAft>
                <a:spcPts val="0"/>
              </a:spcAft>
              <a:buClr>
                <a:schemeClr val="dk1"/>
              </a:buClr>
              <a:buSzPts val="1400"/>
              <a:buNone/>
              <a:defRPr sz="1400"/>
            </a:lvl2pPr>
            <a:lvl3pPr indent="-228600" lvl="2" marL="1371600" algn="l">
              <a:lnSpc>
                <a:spcPct val="110000"/>
              </a:lnSpc>
              <a:spcBef>
                <a:spcPts val="500"/>
              </a:spcBef>
              <a:spcAft>
                <a:spcPts val="0"/>
              </a:spcAft>
              <a:buClr>
                <a:schemeClr val="dk1"/>
              </a:buClr>
              <a:buSzPts val="1200"/>
              <a:buNone/>
              <a:defRPr sz="1200"/>
            </a:lvl3pPr>
            <a:lvl4pPr indent="-228600" lvl="3" marL="1828800" algn="l">
              <a:lnSpc>
                <a:spcPct val="110000"/>
              </a:lnSpc>
              <a:spcBef>
                <a:spcPts val="500"/>
              </a:spcBef>
              <a:spcAft>
                <a:spcPts val="0"/>
              </a:spcAft>
              <a:buClr>
                <a:schemeClr val="dk1"/>
              </a:buClr>
              <a:buSzPts val="1000"/>
              <a:buNone/>
              <a:defRPr sz="1000"/>
            </a:lvl4pPr>
            <a:lvl5pPr indent="-228600" lvl="4" marL="2286000" algn="l">
              <a:lnSpc>
                <a:spcPct val="11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43" name="Google Shape;43;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descr="Tag=AccentColor&#10;Flavor=Light&#10;Target=FillAndLine" id="46" name="Google Shape;46;p6"/>
          <p:cNvSpPr/>
          <p:nvPr/>
        </p:nvSpPr>
        <p:spPr>
          <a:xfrm rot="5400000">
            <a:off x="2798064" y="3254143"/>
            <a:ext cx="4480560" cy="27432"/>
          </a:xfrm>
          <a:custGeom>
            <a:rect b="b" l="l" r="r" t="t"/>
            <a:pathLst>
              <a:path extrusionOk="0" fill="none" h="27432" w="448056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79587" y="8304"/>
                  <a:pt x="4480082" y="21512"/>
                  <a:pt x="4480560" y="27432"/>
                </a:cubicBezTo>
                <a:cubicBezTo>
                  <a:pt x="4314132" y="24068"/>
                  <a:pt x="4028383" y="45776"/>
                  <a:pt x="3840480" y="27432"/>
                </a:cubicBezTo>
                <a:cubicBezTo>
                  <a:pt x="3652577" y="9088"/>
                  <a:pt x="3547615" y="11992"/>
                  <a:pt x="3290011" y="27432"/>
                </a:cubicBezTo>
                <a:cubicBezTo>
                  <a:pt x="3032407" y="42872"/>
                  <a:pt x="2830268" y="17863"/>
                  <a:pt x="2560320" y="27432"/>
                </a:cubicBezTo>
                <a:cubicBezTo>
                  <a:pt x="2290372" y="37001"/>
                  <a:pt x="2147422" y="15872"/>
                  <a:pt x="1965046" y="27432"/>
                </a:cubicBezTo>
                <a:cubicBezTo>
                  <a:pt x="1782670" y="38992"/>
                  <a:pt x="1689791" y="49824"/>
                  <a:pt x="1459382" y="27432"/>
                </a:cubicBezTo>
                <a:cubicBezTo>
                  <a:pt x="1228973" y="5040"/>
                  <a:pt x="915486" y="45645"/>
                  <a:pt x="774497" y="27432"/>
                </a:cubicBezTo>
                <a:cubicBezTo>
                  <a:pt x="633508" y="9219"/>
                  <a:pt x="361442" y="-1963"/>
                  <a:pt x="0" y="27432"/>
                </a:cubicBezTo>
                <a:cubicBezTo>
                  <a:pt x="-1048" y="14992"/>
                  <a:pt x="-1120" y="7447"/>
                  <a:pt x="0" y="0"/>
                </a:cubicBezTo>
                <a:close/>
              </a:path>
              <a:path extrusionOk="0" h="27432" w="448056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81045" y="9333"/>
                  <a:pt x="4481838" y="19699"/>
                  <a:pt x="4480560" y="27432"/>
                </a:cubicBezTo>
                <a:cubicBezTo>
                  <a:pt x="4279652" y="2294"/>
                  <a:pt x="4200762" y="50710"/>
                  <a:pt x="3930091" y="27432"/>
                </a:cubicBezTo>
                <a:cubicBezTo>
                  <a:pt x="3659420" y="4154"/>
                  <a:pt x="3456052" y="31438"/>
                  <a:pt x="3290011" y="27432"/>
                </a:cubicBezTo>
                <a:cubicBezTo>
                  <a:pt x="3123970" y="23426"/>
                  <a:pt x="2882392" y="41962"/>
                  <a:pt x="2649931" y="27432"/>
                </a:cubicBezTo>
                <a:cubicBezTo>
                  <a:pt x="2417470" y="12902"/>
                  <a:pt x="2238426" y="16481"/>
                  <a:pt x="2054657" y="27432"/>
                </a:cubicBezTo>
                <a:cubicBezTo>
                  <a:pt x="1870888" y="38383"/>
                  <a:pt x="1566368" y="54184"/>
                  <a:pt x="1324966" y="27432"/>
                </a:cubicBezTo>
                <a:cubicBezTo>
                  <a:pt x="1083564" y="680"/>
                  <a:pt x="787410" y="20090"/>
                  <a:pt x="595274" y="27432"/>
                </a:cubicBezTo>
                <a:cubicBezTo>
                  <a:pt x="403138" y="34774"/>
                  <a:pt x="169622" y="19643"/>
                  <a:pt x="0" y="27432"/>
                </a:cubicBezTo>
                <a:cubicBezTo>
                  <a:pt x="211" y="18145"/>
                  <a:pt x="120" y="6480"/>
                  <a:pt x="0" y="0"/>
                </a:cubicBezTo>
                <a:close/>
              </a:path>
            </a:pathLst>
          </a:custGeom>
          <a:solidFill>
            <a:schemeClr val="dk1"/>
          </a:solidFill>
          <a:ln cap="rnd" cmpd="sng" w="444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47" name="Shape 47"/>
        <p:cNvGrpSpPr/>
        <p:nvPr/>
      </p:nvGrpSpPr>
      <p:grpSpPr>
        <a:xfrm>
          <a:off x="0" y="0"/>
          <a:ext cx="0" cy="0"/>
          <a:chOff x="0" y="0"/>
          <a:chExt cx="0" cy="0"/>
        </a:xfrm>
      </p:grpSpPr>
      <p:sp>
        <p:nvSpPr>
          <p:cNvPr descr="Tag=AccentColor&#10;Flavor=Light&#10;Target=FillAndLine" id="48" name="Google Shape;48;p7"/>
          <p:cNvSpPr/>
          <p:nvPr/>
        </p:nvSpPr>
        <p:spPr>
          <a:xfrm>
            <a:off x="838200" y="4736883"/>
            <a:ext cx="4243589" cy="27432"/>
          </a:xfrm>
          <a:custGeom>
            <a:rect b="b" l="l" r="r" t="t"/>
            <a:pathLst>
              <a:path extrusionOk="0" fill="none" h="27432" w="4243589">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extrusionOk="0" h="27432" w="4243589">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dk1"/>
          </a:solidFill>
          <a:ln cap="rnd" cmpd="sng" w="381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49" name="Google Shape;49;p7"/>
          <p:cNvSpPr txBox="1"/>
          <p:nvPr>
            <p:ph type="ctrTitle"/>
          </p:nvPr>
        </p:nvSpPr>
        <p:spPr>
          <a:xfrm>
            <a:off x="841248" y="448056"/>
            <a:ext cx="10515600" cy="406908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chemeClr val="dk1"/>
              </a:buClr>
              <a:buSzPts val="9600"/>
              <a:buFont typeface="Arial"/>
              <a:buNone/>
              <a:defRPr sz="9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0" name="Google Shape;50;p7"/>
          <p:cNvSpPr txBox="1"/>
          <p:nvPr>
            <p:ph idx="1" type="subTitle"/>
          </p:nvPr>
        </p:nvSpPr>
        <p:spPr>
          <a:xfrm>
            <a:off x="841248" y="4983480"/>
            <a:ext cx="10515600" cy="1124712"/>
          </a:xfrm>
          <a:prstGeom prst="rect">
            <a:avLst/>
          </a:prstGeom>
          <a:noFill/>
          <a:ln>
            <a:noFill/>
          </a:ln>
        </p:spPr>
        <p:txBody>
          <a:bodyPr anchorCtr="0" anchor="t" bIns="45700" lIns="91425" spcFirstLastPara="1" rIns="91425" wrap="square" tIns="45700">
            <a:normAutofit/>
          </a:bodyPr>
          <a:lstStyle>
            <a:lvl1pPr lvl="0" algn="l">
              <a:lnSpc>
                <a:spcPct val="110000"/>
              </a:lnSpc>
              <a:spcBef>
                <a:spcPts val="1000"/>
              </a:spcBef>
              <a:spcAft>
                <a:spcPts val="0"/>
              </a:spcAft>
              <a:buClr>
                <a:schemeClr val="dk1"/>
              </a:buClr>
              <a:buSzPts val="2800"/>
              <a:buNone/>
              <a:defRPr sz="2800"/>
            </a:lvl1pPr>
            <a:lvl2pPr lvl="1" algn="ctr">
              <a:lnSpc>
                <a:spcPct val="110000"/>
              </a:lnSpc>
              <a:spcBef>
                <a:spcPts val="500"/>
              </a:spcBef>
              <a:spcAft>
                <a:spcPts val="0"/>
              </a:spcAft>
              <a:buClr>
                <a:schemeClr val="dk1"/>
              </a:buClr>
              <a:buSzPts val="2000"/>
              <a:buNone/>
              <a:defRPr sz="2000"/>
            </a:lvl2pPr>
            <a:lvl3pPr lvl="2" algn="ctr">
              <a:lnSpc>
                <a:spcPct val="110000"/>
              </a:lnSpc>
              <a:spcBef>
                <a:spcPts val="500"/>
              </a:spcBef>
              <a:spcAft>
                <a:spcPts val="0"/>
              </a:spcAft>
              <a:buClr>
                <a:schemeClr val="dk1"/>
              </a:buClr>
              <a:buSzPts val="1800"/>
              <a:buNone/>
              <a:defRPr sz="1800"/>
            </a:lvl3pPr>
            <a:lvl4pPr lvl="3" algn="ctr">
              <a:lnSpc>
                <a:spcPct val="110000"/>
              </a:lnSpc>
              <a:spcBef>
                <a:spcPts val="500"/>
              </a:spcBef>
              <a:spcAft>
                <a:spcPts val="0"/>
              </a:spcAft>
              <a:buClr>
                <a:schemeClr val="dk1"/>
              </a:buClr>
              <a:buSzPts val="1600"/>
              <a:buNone/>
              <a:defRPr sz="1600"/>
            </a:lvl4pPr>
            <a:lvl5pPr lvl="4" algn="ctr">
              <a:lnSpc>
                <a:spcPct val="11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51" name="Google Shape;51;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4" name="Shape 54"/>
        <p:cNvGrpSpPr/>
        <p:nvPr/>
      </p:nvGrpSpPr>
      <p:grpSpPr>
        <a:xfrm>
          <a:off x="0" y="0"/>
          <a:ext cx="0" cy="0"/>
          <a:chOff x="0" y="0"/>
          <a:chExt cx="0" cy="0"/>
        </a:xfrm>
      </p:grpSpPr>
      <p:sp>
        <p:nvSpPr>
          <p:cNvPr id="55" name="Google Shape;55;p8"/>
          <p:cNvSpPr txBox="1"/>
          <p:nvPr>
            <p:ph type="title"/>
          </p:nvPr>
        </p:nvSpPr>
        <p:spPr>
          <a:xfrm>
            <a:off x="841248" y="448056"/>
            <a:ext cx="10515600" cy="406908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8000"/>
              <a:buFont typeface="Arial"/>
              <a:buNone/>
              <a:defRPr sz="8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8"/>
          <p:cNvSpPr txBox="1"/>
          <p:nvPr>
            <p:ph idx="1" type="body"/>
          </p:nvPr>
        </p:nvSpPr>
        <p:spPr>
          <a:xfrm>
            <a:off x="841248" y="4983480"/>
            <a:ext cx="10515600" cy="1124712"/>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000"/>
              </a:spcBef>
              <a:spcAft>
                <a:spcPts val="0"/>
              </a:spcAft>
              <a:buClr>
                <a:srgbClr val="888888"/>
              </a:buClr>
              <a:buSzPts val="2800"/>
              <a:buNone/>
              <a:defRPr sz="2800">
                <a:solidFill>
                  <a:srgbClr val="888888"/>
                </a:solidFill>
              </a:defRPr>
            </a:lvl1pPr>
            <a:lvl2pPr indent="-228600" lvl="1" marL="914400" algn="l">
              <a:lnSpc>
                <a:spcPct val="110000"/>
              </a:lnSpc>
              <a:spcBef>
                <a:spcPts val="500"/>
              </a:spcBef>
              <a:spcAft>
                <a:spcPts val="0"/>
              </a:spcAft>
              <a:buClr>
                <a:srgbClr val="888888"/>
              </a:buClr>
              <a:buSzPts val="2000"/>
              <a:buNone/>
              <a:defRPr sz="2000">
                <a:solidFill>
                  <a:srgbClr val="888888"/>
                </a:solidFill>
              </a:defRPr>
            </a:lvl2pPr>
            <a:lvl3pPr indent="-228600" lvl="2" marL="1371600" algn="l">
              <a:lnSpc>
                <a:spcPct val="110000"/>
              </a:lnSpc>
              <a:spcBef>
                <a:spcPts val="500"/>
              </a:spcBef>
              <a:spcAft>
                <a:spcPts val="0"/>
              </a:spcAft>
              <a:buClr>
                <a:srgbClr val="888888"/>
              </a:buClr>
              <a:buSzPts val="1800"/>
              <a:buNone/>
              <a:defRPr sz="1800">
                <a:solidFill>
                  <a:srgbClr val="888888"/>
                </a:solidFill>
              </a:defRPr>
            </a:lvl3pPr>
            <a:lvl4pPr indent="-228600" lvl="3" marL="1828800" algn="l">
              <a:lnSpc>
                <a:spcPct val="110000"/>
              </a:lnSpc>
              <a:spcBef>
                <a:spcPts val="500"/>
              </a:spcBef>
              <a:spcAft>
                <a:spcPts val="0"/>
              </a:spcAft>
              <a:buClr>
                <a:srgbClr val="888888"/>
              </a:buClr>
              <a:buSzPts val="1600"/>
              <a:buNone/>
              <a:defRPr sz="1600">
                <a:solidFill>
                  <a:srgbClr val="888888"/>
                </a:solidFill>
              </a:defRPr>
            </a:lvl4pPr>
            <a:lvl5pPr indent="-228600" lvl="4" marL="2286000" algn="l">
              <a:lnSpc>
                <a:spcPct val="11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57" name="Google Shape;57;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descr="Tag=AccentColor&#10;Flavor=Light&#10;Target=FillAndLine" id="60" name="Google Shape;60;p8"/>
          <p:cNvSpPr/>
          <p:nvPr/>
        </p:nvSpPr>
        <p:spPr>
          <a:xfrm>
            <a:off x="838200" y="4736883"/>
            <a:ext cx="4243589" cy="27432"/>
          </a:xfrm>
          <a:custGeom>
            <a:rect b="b" l="l" r="r" t="t"/>
            <a:pathLst>
              <a:path extrusionOk="0" fill="none" h="27432" w="4243589">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extrusionOk="0" h="27432" w="4243589">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dk1"/>
          </a:solidFill>
          <a:ln cap="rnd" cmpd="sng" w="381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1" name="Shape 61"/>
        <p:cNvGrpSpPr/>
        <p:nvPr/>
      </p:nvGrpSpPr>
      <p:grpSpPr>
        <a:xfrm>
          <a:off x="0" y="0"/>
          <a:ext cx="0" cy="0"/>
          <a:chOff x="0" y="0"/>
          <a:chExt cx="0" cy="0"/>
        </a:xfrm>
      </p:grpSpPr>
      <p:sp>
        <p:nvSpPr>
          <p:cNvPr id="62" name="Google Shape;62;p9"/>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9"/>
          <p:cNvSpPr txBox="1"/>
          <p:nvPr>
            <p:ph idx="1" type="body"/>
          </p:nvPr>
        </p:nvSpPr>
        <p:spPr>
          <a:xfrm>
            <a:off x="839788" y="1938528"/>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110000"/>
              </a:lnSpc>
              <a:spcBef>
                <a:spcPts val="1000"/>
              </a:spcBef>
              <a:spcAft>
                <a:spcPts val="0"/>
              </a:spcAft>
              <a:buClr>
                <a:schemeClr val="dk1"/>
              </a:buClr>
              <a:buSzPts val="3600"/>
              <a:buNone/>
              <a:defRPr b="1" sz="3600"/>
            </a:lvl1pPr>
            <a:lvl2pPr indent="-228600" lvl="1" marL="914400" algn="l">
              <a:lnSpc>
                <a:spcPct val="110000"/>
              </a:lnSpc>
              <a:spcBef>
                <a:spcPts val="500"/>
              </a:spcBef>
              <a:spcAft>
                <a:spcPts val="0"/>
              </a:spcAft>
              <a:buClr>
                <a:schemeClr val="dk1"/>
              </a:buClr>
              <a:buSzPts val="2000"/>
              <a:buNone/>
              <a:defRPr b="1" sz="2000"/>
            </a:lvl2pPr>
            <a:lvl3pPr indent="-228600" lvl="2" marL="1371600" algn="l">
              <a:lnSpc>
                <a:spcPct val="110000"/>
              </a:lnSpc>
              <a:spcBef>
                <a:spcPts val="500"/>
              </a:spcBef>
              <a:spcAft>
                <a:spcPts val="0"/>
              </a:spcAft>
              <a:buClr>
                <a:schemeClr val="dk1"/>
              </a:buClr>
              <a:buSzPts val="1800"/>
              <a:buNone/>
              <a:defRPr b="1" sz="1800"/>
            </a:lvl3pPr>
            <a:lvl4pPr indent="-228600" lvl="3" marL="1828800" algn="l">
              <a:lnSpc>
                <a:spcPct val="110000"/>
              </a:lnSpc>
              <a:spcBef>
                <a:spcPts val="500"/>
              </a:spcBef>
              <a:spcAft>
                <a:spcPts val="0"/>
              </a:spcAft>
              <a:buClr>
                <a:schemeClr val="dk1"/>
              </a:buClr>
              <a:buSzPts val="1600"/>
              <a:buNone/>
              <a:defRPr b="1" sz="1600"/>
            </a:lvl4pPr>
            <a:lvl5pPr indent="-228600" lvl="4" marL="2286000" algn="l">
              <a:lnSpc>
                <a:spcPct val="11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64" name="Google Shape;64;p9"/>
          <p:cNvSpPr txBox="1"/>
          <p:nvPr>
            <p:ph idx="2" type="body"/>
          </p:nvPr>
        </p:nvSpPr>
        <p:spPr>
          <a:xfrm>
            <a:off x="839788" y="2926080"/>
            <a:ext cx="5157787" cy="3264408"/>
          </a:xfrm>
          <a:prstGeom prst="rect">
            <a:avLst/>
          </a:prstGeom>
          <a:noFill/>
          <a:ln>
            <a:noFill/>
          </a:ln>
        </p:spPr>
        <p:txBody>
          <a:bodyPr anchorCtr="0" anchor="t" bIns="45700" lIns="91425" spcFirstLastPara="1" rIns="91425" wrap="square" tIns="45700">
            <a:normAutofit/>
          </a:bodyPr>
          <a:lstStyle>
            <a:lvl1pPr indent="-342900" lvl="0" marL="457200" algn="l">
              <a:lnSpc>
                <a:spcPct val="110000"/>
              </a:lnSpc>
              <a:spcBef>
                <a:spcPts val="1000"/>
              </a:spcBef>
              <a:spcAft>
                <a:spcPts val="0"/>
              </a:spcAft>
              <a:buClr>
                <a:schemeClr val="dk1"/>
              </a:buClr>
              <a:buSzPts val="1800"/>
              <a:buChar char="•"/>
              <a:defRPr/>
            </a:lvl1pPr>
            <a:lvl2pPr indent="-342900" lvl="1" marL="914400" algn="l">
              <a:lnSpc>
                <a:spcPct val="110000"/>
              </a:lnSpc>
              <a:spcBef>
                <a:spcPts val="500"/>
              </a:spcBef>
              <a:spcAft>
                <a:spcPts val="0"/>
              </a:spcAft>
              <a:buClr>
                <a:schemeClr val="dk1"/>
              </a:buClr>
              <a:buSzPts val="1800"/>
              <a:buChar char="•"/>
              <a:defRPr/>
            </a:lvl2pPr>
            <a:lvl3pPr indent="-342900" lvl="2" marL="1371600" algn="l">
              <a:lnSpc>
                <a:spcPct val="110000"/>
              </a:lnSpc>
              <a:spcBef>
                <a:spcPts val="500"/>
              </a:spcBef>
              <a:spcAft>
                <a:spcPts val="0"/>
              </a:spcAft>
              <a:buClr>
                <a:schemeClr val="dk1"/>
              </a:buClr>
              <a:buSzPts val="1800"/>
              <a:buChar char="•"/>
              <a:defRPr/>
            </a:lvl3pPr>
            <a:lvl4pPr indent="-342900" lvl="3" marL="1828800" algn="l">
              <a:lnSpc>
                <a:spcPct val="110000"/>
              </a:lnSpc>
              <a:spcBef>
                <a:spcPts val="500"/>
              </a:spcBef>
              <a:spcAft>
                <a:spcPts val="0"/>
              </a:spcAft>
              <a:buClr>
                <a:schemeClr val="dk1"/>
              </a:buClr>
              <a:buSzPts val="1800"/>
              <a:buChar char="•"/>
              <a:defRPr/>
            </a:lvl4pPr>
            <a:lvl5pPr indent="-342900" lvl="4" marL="2286000" algn="l">
              <a:lnSpc>
                <a:spcPct val="11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5" name="Google Shape;65;p9"/>
          <p:cNvSpPr txBox="1"/>
          <p:nvPr>
            <p:ph idx="3" type="body"/>
          </p:nvPr>
        </p:nvSpPr>
        <p:spPr>
          <a:xfrm>
            <a:off x="6172200" y="1938528"/>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110000"/>
              </a:lnSpc>
              <a:spcBef>
                <a:spcPts val="1000"/>
              </a:spcBef>
              <a:spcAft>
                <a:spcPts val="0"/>
              </a:spcAft>
              <a:buClr>
                <a:schemeClr val="dk1"/>
              </a:buClr>
              <a:buSzPts val="3600"/>
              <a:buNone/>
              <a:defRPr b="1" sz="3600"/>
            </a:lvl1pPr>
            <a:lvl2pPr indent="-228600" lvl="1" marL="914400" algn="l">
              <a:lnSpc>
                <a:spcPct val="110000"/>
              </a:lnSpc>
              <a:spcBef>
                <a:spcPts val="500"/>
              </a:spcBef>
              <a:spcAft>
                <a:spcPts val="0"/>
              </a:spcAft>
              <a:buClr>
                <a:schemeClr val="dk1"/>
              </a:buClr>
              <a:buSzPts val="2000"/>
              <a:buNone/>
              <a:defRPr b="1" sz="2000"/>
            </a:lvl2pPr>
            <a:lvl3pPr indent="-228600" lvl="2" marL="1371600" algn="l">
              <a:lnSpc>
                <a:spcPct val="110000"/>
              </a:lnSpc>
              <a:spcBef>
                <a:spcPts val="500"/>
              </a:spcBef>
              <a:spcAft>
                <a:spcPts val="0"/>
              </a:spcAft>
              <a:buClr>
                <a:schemeClr val="dk1"/>
              </a:buClr>
              <a:buSzPts val="1800"/>
              <a:buNone/>
              <a:defRPr b="1" sz="1800"/>
            </a:lvl3pPr>
            <a:lvl4pPr indent="-228600" lvl="3" marL="1828800" algn="l">
              <a:lnSpc>
                <a:spcPct val="110000"/>
              </a:lnSpc>
              <a:spcBef>
                <a:spcPts val="500"/>
              </a:spcBef>
              <a:spcAft>
                <a:spcPts val="0"/>
              </a:spcAft>
              <a:buClr>
                <a:schemeClr val="dk1"/>
              </a:buClr>
              <a:buSzPts val="1600"/>
              <a:buNone/>
              <a:defRPr b="1" sz="1600"/>
            </a:lvl4pPr>
            <a:lvl5pPr indent="-228600" lvl="4" marL="2286000" algn="l">
              <a:lnSpc>
                <a:spcPct val="11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66" name="Google Shape;66;p9"/>
          <p:cNvSpPr txBox="1"/>
          <p:nvPr>
            <p:ph idx="4" type="body"/>
          </p:nvPr>
        </p:nvSpPr>
        <p:spPr>
          <a:xfrm>
            <a:off x="6172200" y="2926080"/>
            <a:ext cx="5183188" cy="3264408"/>
          </a:xfrm>
          <a:prstGeom prst="rect">
            <a:avLst/>
          </a:prstGeom>
          <a:noFill/>
          <a:ln>
            <a:noFill/>
          </a:ln>
        </p:spPr>
        <p:txBody>
          <a:bodyPr anchorCtr="0" anchor="t" bIns="45700" lIns="91425" spcFirstLastPara="1" rIns="91425" wrap="square" tIns="45700">
            <a:normAutofit/>
          </a:bodyPr>
          <a:lstStyle>
            <a:lvl1pPr indent="-342900" lvl="0" marL="457200" algn="l">
              <a:lnSpc>
                <a:spcPct val="110000"/>
              </a:lnSpc>
              <a:spcBef>
                <a:spcPts val="1000"/>
              </a:spcBef>
              <a:spcAft>
                <a:spcPts val="0"/>
              </a:spcAft>
              <a:buClr>
                <a:schemeClr val="dk1"/>
              </a:buClr>
              <a:buSzPts val="1800"/>
              <a:buChar char="•"/>
              <a:defRPr/>
            </a:lvl1pPr>
            <a:lvl2pPr indent="-342900" lvl="1" marL="914400" algn="l">
              <a:lnSpc>
                <a:spcPct val="110000"/>
              </a:lnSpc>
              <a:spcBef>
                <a:spcPts val="500"/>
              </a:spcBef>
              <a:spcAft>
                <a:spcPts val="0"/>
              </a:spcAft>
              <a:buClr>
                <a:schemeClr val="dk1"/>
              </a:buClr>
              <a:buSzPts val="1800"/>
              <a:buChar char="•"/>
              <a:defRPr/>
            </a:lvl2pPr>
            <a:lvl3pPr indent="-342900" lvl="2" marL="1371600" algn="l">
              <a:lnSpc>
                <a:spcPct val="110000"/>
              </a:lnSpc>
              <a:spcBef>
                <a:spcPts val="500"/>
              </a:spcBef>
              <a:spcAft>
                <a:spcPts val="0"/>
              </a:spcAft>
              <a:buClr>
                <a:schemeClr val="dk1"/>
              </a:buClr>
              <a:buSzPts val="1800"/>
              <a:buChar char="•"/>
              <a:defRPr/>
            </a:lvl3pPr>
            <a:lvl4pPr indent="-342900" lvl="3" marL="1828800" algn="l">
              <a:lnSpc>
                <a:spcPct val="110000"/>
              </a:lnSpc>
              <a:spcBef>
                <a:spcPts val="500"/>
              </a:spcBef>
              <a:spcAft>
                <a:spcPts val="0"/>
              </a:spcAft>
              <a:buClr>
                <a:schemeClr val="dk1"/>
              </a:buClr>
              <a:buSzPts val="1800"/>
              <a:buChar char="•"/>
              <a:defRPr/>
            </a:lvl4pPr>
            <a:lvl5pPr indent="-342900" lvl="4" marL="2286000" algn="l">
              <a:lnSpc>
                <a:spcPct val="11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7" name="Google Shape;67;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descr="Tag=AccentColor&#10;Flavor=Light&#10;Target=FillAndLine" id="70" name="Google Shape;70;p9"/>
          <p:cNvSpPr/>
          <p:nvPr/>
        </p:nvSpPr>
        <p:spPr>
          <a:xfrm>
            <a:off x="838199" y="1709928"/>
            <a:ext cx="10515600" cy="27432"/>
          </a:xfrm>
          <a:custGeom>
            <a:rect b="b" l="l" r="r" t="t"/>
            <a:pathLst>
              <a:path extrusionOk="0" fill="none" h="27432" w="10515600">
                <a:moveTo>
                  <a:pt x="0" y="0"/>
                </a:moveTo>
                <a:cubicBezTo>
                  <a:pt x="119693" y="-14343"/>
                  <a:pt x="253007" y="-7583"/>
                  <a:pt x="446913" y="0"/>
                </a:cubicBezTo>
                <a:cubicBezTo>
                  <a:pt x="640819" y="7583"/>
                  <a:pt x="841419" y="-7067"/>
                  <a:pt x="1104138" y="0"/>
                </a:cubicBezTo>
                <a:cubicBezTo>
                  <a:pt x="1366858" y="7067"/>
                  <a:pt x="1495525" y="1255"/>
                  <a:pt x="1866519" y="0"/>
                </a:cubicBezTo>
                <a:cubicBezTo>
                  <a:pt x="2237513" y="-1255"/>
                  <a:pt x="2043820" y="12003"/>
                  <a:pt x="2208276" y="0"/>
                </a:cubicBezTo>
                <a:cubicBezTo>
                  <a:pt x="2372732" y="-12003"/>
                  <a:pt x="2419452" y="9887"/>
                  <a:pt x="2550033" y="0"/>
                </a:cubicBezTo>
                <a:cubicBezTo>
                  <a:pt x="2680614" y="-9887"/>
                  <a:pt x="3098156" y="3827"/>
                  <a:pt x="3417570" y="0"/>
                </a:cubicBezTo>
                <a:cubicBezTo>
                  <a:pt x="3736984" y="-3827"/>
                  <a:pt x="3916040" y="-6233"/>
                  <a:pt x="4074795" y="0"/>
                </a:cubicBezTo>
                <a:cubicBezTo>
                  <a:pt x="4233551" y="6233"/>
                  <a:pt x="4279253" y="5661"/>
                  <a:pt x="4416552" y="0"/>
                </a:cubicBezTo>
                <a:cubicBezTo>
                  <a:pt x="4553851" y="-5661"/>
                  <a:pt x="4915758" y="26022"/>
                  <a:pt x="5073777" y="0"/>
                </a:cubicBezTo>
                <a:cubicBezTo>
                  <a:pt x="5231797" y="-26022"/>
                  <a:pt x="5612089" y="32230"/>
                  <a:pt x="5941314" y="0"/>
                </a:cubicBezTo>
                <a:cubicBezTo>
                  <a:pt x="6270539" y="-32230"/>
                  <a:pt x="6313600" y="3064"/>
                  <a:pt x="6493383" y="0"/>
                </a:cubicBezTo>
                <a:cubicBezTo>
                  <a:pt x="6673166" y="-3064"/>
                  <a:pt x="6902474" y="-21096"/>
                  <a:pt x="7045452" y="0"/>
                </a:cubicBezTo>
                <a:cubicBezTo>
                  <a:pt x="7188430" y="21096"/>
                  <a:pt x="7478162" y="17386"/>
                  <a:pt x="7702677" y="0"/>
                </a:cubicBezTo>
                <a:cubicBezTo>
                  <a:pt x="7927192" y="-17386"/>
                  <a:pt x="8295683" y="-35143"/>
                  <a:pt x="8465058" y="0"/>
                </a:cubicBezTo>
                <a:cubicBezTo>
                  <a:pt x="8634433" y="35143"/>
                  <a:pt x="8927835" y="4103"/>
                  <a:pt x="9227439" y="0"/>
                </a:cubicBezTo>
                <a:cubicBezTo>
                  <a:pt x="9527043" y="-4103"/>
                  <a:pt x="10105355" y="-17535"/>
                  <a:pt x="10515600" y="0"/>
                </a:cubicBezTo>
                <a:cubicBezTo>
                  <a:pt x="10515789" y="12323"/>
                  <a:pt x="10515633" y="14639"/>
                  <a:pt x="10515600" y="27432"/>
                </a:cubicBezTo>
                <a:cubicBezTo>
                  <a:pt x="10343646" y="15282"/>
                  <a:pt x="10223667" y="31057"/>
                  <a:pt x="10068687" y="27432"/>
                </a:cubicBezTo>
                <a:cubicBezTo>
                  <a:pt x="9913707" y="23807"/>
                  <a:pt x="9512455" y="4101"/>
                  <a:pt x="9201150" y="27432"/>
                </a:cubicBezTo>
                <a:cubicBezTo>
                  <a:pt x="8889845" y="50763"/>
                  <a:pt x="8866277" y="3158"/>
                  <a:pt x="8543925" y="27432"/>
                </a:cubicBezTo>
                <a:cubicBezTo>
                  <a:pt x="8221573" y="51706"/>
                  <a:pt x="8288348" y="37286"/>
                  <a:pt x="8202168" y="27432"/>
                </a:cubicBezTo>
                <a:cubicBezTo>
                  <a:pt x="8115988" y="17578"/>
                  <a:pt x="7797033" y="6631"/>
                  <a:pt x="7544943" y="27432"/>
                </a:cubicBezTo>
                <a:cubicBezTo>
                  <a:pt x="7292854" y="48233"/>
                  <a:pt x="7108060" y="41767"/>
                  <a:pt x="6992874" y="27432"/>
                </a:cubicBezTo>
                <a:cubicBezTo>
                  <a:pt x="6877688" y="13097"/>
                  <a:pt x="6668930" y="7947"/>
                  <a:pt x="6440805" y="27432"/>
                </a:cubicBezTo>
                <a:cubicBezTo>
                  <a:pt x="6212680" y="46917"/>
                  <a:pt x="6027476" y="35225"/>
                  <a:pt x="5888736" y="27432"/>
                </a:cubicBezTo>
                <a:cubicBezTo>
                  <a:pt x="5749996" y="19639"/>
                  <a:pt x="5574559" y="43627"/>
                  <a:pt x="5336667" y="27432"/>
                </a:cubicBezTo>
                <a:cubicBezTo>
                  <a:pt x="5098775" y="11237"/>
                  <a:pt x="4837534" y="41882"/>
                  <a:pt x="4574286" y="27432"/>
                </a:cubicBezTo>
                <a:cubicBezTo>
                  <a:pt x="4311038" y="12982"/>
                  <a:pt x="4126419" y="26678"/>
                  <a:pt x="3917061" y="27432"/>
                </a:cubicBezTo>
                <a:cubicBezTo>
                  <a:pt x="3707704" y="28186"/>
                  <a:pt x="3657291" y="40087"/>
                  <a:pt x="3575304" y="27432"/>
                </a:cubicBezTo>
                <a:cubicBezTo>
                  <a:pt x="3493317" y="14777"/>
                  <a:pt x="3185226" y="45867"/>
                  <a:pt x="3023235" y="27432"/>
                </a:cubicBezTo>
                <a:cubicBezTo>
                  <a:pt x="2861244" y="8997"/>
                  <a:pt x="2597085" y="35801"/>
                  <a:pt x="2260854" y="27432"/>
                </a:cubicBezTo>
                <a:cubicBezTo>
                  <a:pt x="1924623" y="19063"/>
                  <a:pt x="1996678" y="15705"/>
                  <a:pt x="1813941" y="27432"/>
                </a:cubicBezTo>
                <a:cubicBezTo>
                  <a:pt x="1631204" y="39159"/>
                  <a:pt x="1187542" y="49167"/>
                  <a:pt x="946404" y="27432"/>
                </a:cubicBezTo>
                <a:cubicBezTo>
                  <a:pt x="705266" y="5697"/>
                  <a:pt x="404743" y="28229"/>
                  <a:pt x="0" y="27432"/>
                </a:cubicBezTo>
                <a:cubicBezTo>
                  <a:pt x="244" y="15297"/>
                  <a:pt x="645" y="7129"/>
                  <a:pt x="0" y="0"/>
                </a:cubicBezTo>
                <a:close/>
              </a:path>
              <a:path extrusionOk="0" h="27432" w="1051560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15650" y="5798"/>
                  <a:pt x="10515903" y="19375"/>
                  <a:pt x="10515600" y="27432"/>
                </a:cubicBezTo>
                <a:cubicBezTo>
                  <a:pt x="10304538" y="42307"/>
                  <a:pt x="10069280" y="3335"/>
                  <a:pt x="9753219" y="27432"/>
                </a:cubicBezTo>
                <a:cubicBezTo>
                  <a:pt x="9437158" y="51529"/>
                  <a:pt x="9488415" y="23852"/>
                  <a:pt x="9411462" y="27432"/>
                </a:cubicBezTo>
                <a:cubicBezTo>
                  <a:pt x="9334509" y="31012"/>
                  <a:pt x="9183755" y="44107"/>
                  <a:pt x="8964549" y="27432"/>
                </a:cubicBezTo>
                <a:cubicBezTo>
                  <a:pt x="8745343" y="10757"/>
                  <a:pt x="8279150" y="61693"/>
                  <a:pt x="8097012" y="27432"/>
                </a:cubicBezTo>
                <a:cubicBezTo>
                  <a:pt x="7914874" y="-6829"/>
                  <a:pt x="7608717" y="59556"/>
                  <a:pt x="7439787" y="27432"/>
                </a:cubicBezTo>
                <a:cubicBezTo>
                  <a:pt x="7270858" y="-4692"/>
                  <a:pt x="7154492" y="27026"/>
                  <a:pt x="6992874" y="27432"/>
                </a:cubicBezTo>
                <a:cubicBezTo>
                  <a:pt x="6831256" y="27838"/>
                  <a:pt x="6536817" y="51174"/>
                  <a:pt x="6335649" y="27432"/>
                </a:cubicBezTo>
                <a:cubicBezTo>
                  <a:pt x="6134481" y="3690"/>
                  <a:pt x="6097824" y="11070"/>
                  <a:pt x="5993892" y="27432"/>
                </a:cubicBezTo>
                <a:cubicBezTo>
                  <a:pt x="5889960" y="43794"/>
                  <a:pt x="5793821" y="34098"/>
                  <a:pt x="5652135" y="27432"/>
                </a:cubicBezTo>
                <a:cubicBezTo>
                  <a:pt x="5510449" y="20766"/>
                  <a:pt x="5168382" y="-3650"/>
                  <a:pt x="4994910" y="27432"/>
                </a:cubicBezTo>
                <a:cubicBezTo>
                  <a:pt x="4821439" y="58514"/>
                  <a:pt x="4653937" y="21362"/>
                  <a:pt x="4547997" y="27432"/>
                </a:cubicBezTo>
                <a:cubicBezTo>
                  <a:pt x="4442057" y="33502"/>
                  <a:pt x="4153363" y="33024"/>
                  <a:pt x="3785616" y="27432"/>
                </a:cubicBezTo>
                <a:cubicBezTo>
                  <a:pt x="3417869" y="21840"/>
                  <a:pt x="3544908" y="29840"/>
                  <a:pt x="3338703" y="27432"/>
                </a:cubicBezTo>
                <a:cubicBezTo>
                  <a:pt x="3132498" y="25024"/>
                  <a:pt x="2782152" y="45947"/>
                  <a:pt x="2576322" y="27432"/>
                </a:cubicBezTo>
                <a:cubicBezTo>
                  <a:pt x="2370492" y="8917"/>
                  <a:pt x="2347214" y="14129"/>
                  <a:pt x="2234565" y="27432"/>
                </a:cubicBezTo>
                <a:cubicBezTo>
                  <a:pt x="2121916" y="40735"/>
                  <a:pt x="1785921" y="49081"/>
                  <a:pt x="1472184" y="27432"/>
                </a:cubicBezTo>
                <a:cubicBezTo>
                  <a:pt x="1158447" y="5783"/>
                  <a:pt x="1203910" y="37937"/>
                  <a:pt x="1025271" y="27432"/>
                </a:cubicBezTo>
                <a:cubicBezTo>
                  <a:pt x="846632" y="16927"/>
                  <a:pt x="846577" y="17996"/>
                  <a:pt x="683514" y="27432"/>
                </a:cubicBezTo>
                <a:cubicBezTo>
                  <a:pt x="520451" y="36868"/>
                  <a:pt x="320799" y="46677"/>
                  <a:pt x="0" y="27432"/>
                </a:cubicBezTo>
                <a:cubicBezTo>
                  <a:pt x="-510" y="19859"/>
                  <a:pt x="-1106" y="11474"/>
                  <a:pt x="0" y="0"/>
                </a:cubicBezTo>
                <a:close/>
              </a:path>
            </a:pathLst>
          </a:custGeom>
          <a:solidFill>
            <a:schemeClr val="dk1"/>
          </a:solidFill>
          <a:ln cap="rnd" cmpd="sng" w="381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1" name="Shape 71"/>
        <p:cNvGrpSpPr/>
        <p:nvPr/>
      </p:nvGrpSpPr>
      <p:grpSpPr>
        <a:xfrm>
          <a:off x="0" y="0"/>
          <a:ext cx="0" cy="0"/>
          <a:chOff x="0" y="0"/>
          <a:chExt cx="0" cy="0"/>
        </a:xfrm>
      </p:grpSpPr>
      <p:sp>
        <p:nvSpPr>
          <p:cNvPr id="72" name="Google Shape;72;p10"/>
          <p:cNvSpPr txBox="1"/>
          <p:nvPr>
            <p:ph type="title"/>
          </p:nvPr>
        </p:nvSpPr>
        <p:spPr>
          <a:xfrm>
            <a:off x="2203704" y="1728216"/>
            <a:ext cx="7781544" cy="3392424"/>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7800"/>
              <a:buFont typeface="Arial"/>
              <a:buNone/>
              <a:defRPr sz="7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3" name="Google Shape;73;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descr="Tag=AccentColor&#10;Flavor=Light&#10;Target=FillAndLine" id="76" name="Google Shape;76;p10"/>
          <p:cNvSpPr/>
          <p:nvPr/>
        </p:nvSpPr>
        <p:spPr>
          <a:xfrm>
            <a:off x="3974206" y="5126892"/>
            <a:ext cx="4243589" cy="27432"/>
          </a:xfrm>
          <a:custGeom>
            <a:rect b="b" l="l" r="r" t="t"/>
            <a:pathLst>
              <a:path extrusionOk="0" fill="none" h="27432" w="4243589">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extrusionOk="0" h="27432" w="4243589">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dk1"/>
          </a:solidFill>
          <a:ln cap="rnd" cmpd="sng" w="381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7" name="Shape 77"/>
        <p:cNvGrpSpPr/>
        <p:nvPr/>
      </p:nvGrpSpPr>
      <p:grpSpPr>
        <a:xfrm>
          <a:off x="0" y="0"/>
          <a:ext cx="0" cy="0"/>
          <a:chOff x="0" y="0"/>
          <a:chExt cx="0" cy="0"/>
        </a:xfrm>
      </p:grpSpPr>
      <p:sp>
        <p:nvSpPr>
          <p:cNvPr id="78" name="Google Shape;78;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81" name="Shape 81"/>
        <p:cNvGrpSpPr/>
        <p:nvPr/>
      </p:nvGrpSpPr>
      <p:grpSpPr>
        <a:xfrm>
          <a:off x="0" y="0"/>
          <a:ext cx="0" cy="0"/>
          <a:chOff x="0" y="0"/>
          <a:chExt cx="0" cy="0"/>
        </a:xfrm>
      </p:grpSpPr>
      <p:sp>
        <p:nvSpPr>
          <p:cNvPr id="82" name="Google Shape;82;p12"/>
          <p:cNvSpPr txBox="1"/>
          <p:nvPr>
            <p:ph type="title"/>
          </p:nvPr>
        </p:nvSpPr>
        <p:spPr>
          <a:xfrm>
            <a:off x="839788" y="457200"/>
            <a:ext cx="3932237" cy="34290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6000"/>
              <a:buFont typeface="Arial"/>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3" name="Google Shape;83;p12"/>
          <p:cNvSpPr txBox="1"/>
          <p:nvPr>
            <p:ph idx="1" type="body"/>
          </p:nvPr>
        </p:nvSpPr>
        <p:spPr>
          <a:xfrm>
            <a:off x="5303520" y="548640"/>
            <a:ext cx="6053328" cy="5431536"/>
          </a:xfrm>
          <a:prstGeom prst="rect">
            <a:avLst/>
          </a:prstGeom>
          <a:noFill/>
          <a:ln>
            <a:noFill/>
          </a:ln>
        </p:spPr>
        <p:txBody>
          <a:bodyPr anchorCtr="0" anchor="ctr" bIns="45700" lIns="91425" spcFirstLastPara="1" rIns="91425" wrap="square" tIns="45700">
            <a:normAutofit/>
          </a:bodyPr>
          <a:lstStyle>
            <a:lvl1pPr indent="-431800" lvl="0" marL="457200" algn="l">
              <a:lnSpc>
                <a:spcPct val="110000"/>
              </a:lnSpc>
              <a:spcBef>
                <a:spcPts val="1000"/>
              </a:spcBef>
              <a:spcAft>
                <a:spcPts val="0"/>
              </a:spcAft>
              <a:buClr>
                <a:schemeClr val="dk1"/>
              </a:buClr>
              <a:buSzPts val="3200"/>
              <a:buChar char="•"/>
              <a:defRPr sz="3200"/>
            </a:lvl1pPr>
            <a:lvl2pPr indent="-406400" lvl="1" marL="914400" algn="l">
              <a:lnSpc>
                <a:spcPct val="110000"/>
              </a:lnSpc>
              <a:spcBef>
                <a:spcPts val="500"/>
              </a:spcBef>
              <a:spcAft>
                <a:spcPts val="0"/>
              </a:spcAft>
              <a:buClr>
                <a:schemeClr val="dk1"/>
              </a:buClr>
              <a:buSzPts val="2800"/>
              <a:buChar char="•"/>
              <a:defRPr sz="2800"/>
            </a:lvl2pPr>
            <a:lvl3pPr indent="-381000" lvl="2" marL="1371600" algn="l">
              <a:lnSpc>
                <a:spcPct val="110000"/>
              </a:lnSpc>
              <a:spcBef>
                <a:spcPts val="500"/>
              </a:spcBef>
              <a:spcAft>
                <a:spcPts val="0"/>
              </a:spcAft>
              <a:buClr>
                <a:schemeClr val="dk1"/>
              </a:buClr>
              <a:buSzPts val="2400"/>
              <a:buChar char="•"/>
              <a:defRPr sz="2400"/>
            </a:lvl3pPr>
            <a:lvl4pPr indent="-355600" lvl="3" marL="1828800" algn="l">
              <a:lnSpc>
                <a:spcPct val="110000"/>
              </a:lnSpc>
              <a:spcBef>
                <a:spcPts val="500"/>
              </a:spcBef>
              <a:spcAft>
                <a:spcPts val="0"/>
              </a:spcAft>
              <a:buClr>
                <a:schemeClr val="dk1"/>
              </a:buClr>
              <a:buSzPts val="2000"/>
              <a:buChar char="•"/>
              <a:defRPr sz="2000"/>
            </a:lvl4pPr>
            <a:lvl5pPr indent="-355600" lvl="4" marL="2286000" algn="l">
              <a:lnSpc>
                <a:spcPct val="11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84" name="Google Shape;84;p12"/>
          <p:cNvSpPr txBox="1"/>
          <p:nvPr>
            <p:ph idx="2" type="body"/>
          </p:nvPr>
        </p:nvSpPr>
        <p:spPr>
          <a:xfrm>
            <a:off x="839788" y="3977640"/>
            <a:ext cx="3932237" cy="2002536"/>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000"/>
              </a:spcBef>
              <a:spcAft>
                <a:spcPts val="0"/>
              </a:spcAft>
              <a:buClr>
                <a:schemeClr val="dk1"/>
              </a:buClr>
              <a:buSzPts val="3200"/>
              <a:buNone/>
              <a:defRPr sz="3200"/>
            </a:lvl1pPr>
            <a:lvl2pPr indent="-228600" lvl="1" marL="914400" algn="l">
              <a:lnSpc>
                <a:spcPct val="110000"/>
              </a:lnSpc>
              <a:spcBef>
                <a:spcPts val="500"/>
              </a:spcBef>
              <a:spcAft>
                <a:spcPts val="0"/>
              </a:spcAft>
              <a:buClr>
                <a:schemeClr val="dk1"/>
              </a:buClr>
              <a:buSzPts val="1400"/>
              <a:buNone/>
              <a:defRPr sz="1400"/>
            </a:lvl2pPr>
            <a:lvl3pPr indent="-228600" lvl="2" marL="1371600" algn="l">
              <a:lnSpc>
                <a:spcPct val="110000"/>
              </a:lnSpc>
              <a:spcBef>
                <a:spcPts val="500"/>
              </a:spcBef>
              <a:spcAft>
                <a:spcPts val="0"/>
              </a:spcAft>
              <a:buClr>
                <a:schemeClr val="dk1"/>
              </a:buClr>
              <a:buSzPts val="1200"/>
              <a:buNone/>
              <a:defRPr sz="1200"/>
            </a:lvl3pPr>
            <a:lvl4pPr indent="-228600" lvl="3" marL="1828800" algn="l">
              <a:lnSpc>
                <a:spcPct val="110000"/>
              </a:lnSpc>
              <a:spcBef>
                <a:spcPts val="500"/>
              </a:spcBef>
              <a:spcAft>
                <a:spcPts val="0"/>
              </a:spcAft>
              <a:buClr>
                <a:schemeClr val="dk1"/>
              </a:buClr>
              <a:buSzPts val="1000"/>
              <a:buNone/>
              <a:defRPr sz="1000"/>
            </a:lvl4pPr>
            <a:lvl5pPr indent="-228600" lvl="4" marL="2286000" algn="l">
              <a:lnSpc>
                <a:spcPct val="11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85" name="Google Shape;85;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descr="Tag=AccentColor&#10;Flavor=Light&#10;Target=FillAndLine" id="88" name="Google Shape;88;p12"/>
          <p:cNvSpPr/>
          <p:nvPr/>
        </p:nvSpPr>
        <p:spPr>
          <a:xfrm rot="5400000">
            <a:off x="2797492" y="3254143"/>
            <a:ext cx="4480560" cy="27432"/>
          </a:xfrm>
          <a:custGeom>
            <a:rect b="b" l="l" r="r" t="t"/>
            <a:pathLst>
              <a:path extrusionOk="0" fill="none" h="27432" w="448056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79587" y="8304"/>
                  <a:pt x="4480082" y="21512"/>
                  <a:pt x="4480560" y="27432"/>
                </a:cubicBezTo>
                <a:cubicBezTo>
                  <a:pt x="4314132" y="24068"/>
                  <a:pt x="4028383" y="45776"/>
                  <a:pt x="3840480" y="27432"/>
                </a:cubicBezTo>
                <a:cubicBezTo>
                  <a:pt x="3652577" y="9088"/>
                  <a:pt x="3547615" y="11992"/>
                  <a:pt x="3290011" y="27432"/>
                </a:cubicBezTo>
                <a:cubicBezTo>
                  <a:pt x="3032407" y="42872"/>
                  <a:pt x="2830268" y="17863"/>
                  <a:pt x="2560320" y="27432"/>
                </a:cubicBezTo>
                <a:cubicBezTo>
                  <a:pt x="2290372" y="37001"/>
                  <a:pt x="2147422" y="15872"/>
                  <a:pt x="1965046" y="27432"/>
                </a:cubicBezTo>
                <a:cubicBezTo>
                  <a:pt x="1782670" y="38992"/>
                  <a:pt x="1689791" y="49824"/>
                  <a:pt x="1459382" y="27432"/>
                </a:cubicBezTo>
                <a:cubicBezTo>
                  <a:pt x="1228973" y="5040"/>
                  <a:pt x="915486" y="45645"/>
                  <a:pt x="774497" y="27432"/>
                </a:cubicBezTo>
                <a:cubicBezTo>
                  <a:pt x="633508" y="9219"/>
                  <a:pt x="361442" y="-1963"/>
                  <a:pt x="0" y="27432"/>
                </a:cubicBezTo>
                <a:cubicBezTo>
                  <a:pt x="-1048" y="14992"/>
                  <a:pt x="-1120" y="7447"/>
                  <a:pt x="0" y="0"/>
                </a:cubicBezTo>
                <a:close/>
              </a:path>
              <a:path extrusionOk="0" h="27432" w="448056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81045" y="9333"/>
                  <a:pt x="4481838" y="19699"/>
                  <a:pt x="4480560" y="27432"/>
                </a:cubicBezTo>
                <a:cubicBezTo>
                  <a:pt x="4279652" y="2294"/>
                  <a:pt x="4200762" y="50710"/>
                  <a:pt x="3930091" y="27432"/>
                </a:cubicBezTo>
                <a:cubicBezTo>
                  <a:pt x="3659420" y="4154"/>
                  <a:pt x="3456052" y="31438"/>
                  <a:pt x="3290011" y="27432"/>
                </a:cubicBezTo>
                <a:cubicBezTo>
                  <a:pt x="3123970" y="23426"/>
                  <a:pt x="2882392" y="41962"/>
                  <a:pt x="2649931" y="27432"/>
                </a:cubicBezTo>
                <a:cubicBezTo>
                  <a:pt x="2417470" y="12902"/>
                  <a:pt x="2238426" y="16481"/>
                  <a:pt x="2054657" y="27432"/>
                </a:cubicBezTo>
                <a:cubicBezTo>
                  <a:pt x="1870888" y="38383"/>
                  <a:pt x="1566368" y="54184"/>
                  <a:pt x="1324966" y="27432"/>
                </a:cubicBezTo>
                <a:cubicBezTo>
                  <a:pt x="1083564" y="680"/>
                  <a:pt x="787410" y="20090"/>
                  <a:pt x="595274" y="27432"/>
                </a:cubicBezTo>
                <a:cubicBezTo>
                  <a:pt x="403138" y="34774"/>
                  <a:pt x="169622" y="19643"/>
                  <a:pt x="0" y="27432"/>
                </a:cubicBezTo>
                <a:cubicBezTo>
                  <a:pt x="211" y="18145"/>
                  <a:pt x="120" y="6480"/>
                  <a:pt x="0" y="0"/>
                </a:cubicBezTo>
                <a:close/>
              </a:path>
            </a:pathLst>
          </a:custGeom>
          <a:solidFill>
            <a:schemeClr val="dk1"/>
          </a:solidFill>
          <a:ln cap="rnd" cmpd="sng" w="444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9" name="Shape 89"/>
        <p:cNvGrpSpPr/>
        <p:nvPr/>
      </p:nvGrpSpPr>
      <p:grpSpPr>
        <a:xfrm>
          <a:off x="0" y="0"/>
          <a:ext cx="0" cy="0"/>
          <a:chOff x="0" y="0"/>
          <a:chExt cx="0" cy="0"/>
        </a:xfrm>
      </p:grpSpPr>
      <p:sp>
        <p:nvSpPr>
          <p:cNvPr id="90" name="Google Shape;90;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1" name="Google Shape;91;p13"/>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110000"/>
              </a:lnSpc>
              <a:spcBef>
                <a:spcPts val="1000"/>
              </a:spcBef>
              <a:spcAft>
                <a:spcPts val="0"/>
              </a:spcAft>
              <a:buClr>
                <a:schemeClr val="dk1"/>
              </a:buClr>
              <a:buSzPts val="1800"/>
              <a:buChar char="•"/>
              <a:defRPr/>
            </a:lvl1pPr>
            <a:lvl2pPr indent="-342900" lvl="1" marL="914400" algn="l">
              <a:lnSpc>
                <a:spcPct val="110000"/>
              </a:lnSpc>
              <a:spcBef>
                <a:spcPts val="500"/>
              </a:spcBef>
              <a:spcAft>
                <a:spcPts val="0"/>
              </a:spcAft>
              <a:buClr>
                <a:schemeClr val="dk1"/>
              </a:buClr>
              <a:buSzPts val="1800"/>
              <a:buChar char="•"/>
              <a:defRPr/>
            </a:lvl2pPr>
            <a:lvl3pPr indent="-342900" lvl="2" marL="1371600" algn="l">
              <a:lnSpc>
                <a:spcPct val="110000"/>
              </a:lnSpc>
              <a:spcBef>
                <a:spcPts val="500"/>
              </a:spcBef>
              <a:spcAft>
                <a:spcPts val="0"/>
              </a:spcAft>
              <a:buClr>
                <a:schemeClr val="dk1"/>
              </a:buClr>
              <a:buSzPts val="1800"/>
              <a:buChar char="•"/>
              <a:defRPr/>
            </a:lvl3pPr>
            <a:lvl4pPr indent="-342900" lvl="3" marL="1828800" algn="l">
              <a:lnSpc>
                <a:spcPct val="110000"/>
              </a:lnSpc>
              <a:spcBef>
                <a:spcPts val="500"/>
              </a:spcBef>
              <a:spcAft>
                <a:spcPts val="0"/>
              </a:spcAft>
              <a:buClr>
                <a:schemeClr val="dk1"/>
              </a:buClr>
              <a:buSzPts val="1800"/>
              <a:buChar char="•"/>
              <a:defRPr/>
            </a:lvl4pPr>
            <a:lvl5pPr indent="-342900" lvl="4" marL="2286000" algn="l">
              <a:lnSpc>
                <a:spcPct val="11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2" name="Google Shape;92;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95" name="Shape 95"/>
        <p:cNvGrpSpPr/>
        <p:nvPr/>
      </p:nvGrpSpPr>
      <p:grpSpPr>
        <a:xfrm>
          <a:off x="0" y="0"/>
          <a:ext cx="0" cy="0"/>
          <a:chOff x="0" y="0"/>
          <a:chExt cx="0" cy="0"/>
        </a:xfrm>
      </p:grpSpPr>
      <p:sp>
        <p:nvSpPr>
          <p:cNvPr id="96" name="Google Shape;96;p14"/>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7" name="Google Shape;97;p14"/>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110000"/>
              </a:lnSpc>
              <a:spcBef>
                <a:spcPts val="1000"/>
              </a:spcBef>
              <a:spcAft>
                <a:spcPts val="0"/>
              </a:spcAft>
              <a:buClr>
                <a:schemeClr val="dk1"/>
              </a:buClr>
              <a:buSzPts val="1800"/>
              <a:buChar char="•"/>
              <a:defRPr/>
            </a:lvl1pPr>
            <a:lvl2pPr indent="-342900" lvl="1" marL="914400" algn="l">
              <a:lnSpc>
                <a:spcPct val="110000"/>
              </a:lnSpc>
              <a:spcBef>
                <a:spcPts val="500"/>
              </a:spcBef>
              <a:spcAft>
                <a:spcPts val="0"/>
              </a:spcAft>
              <a:buClr>
                <a:schemeClr val="dk1"/>
              </a:buClr>
              <a:buSzPts val="1800"/>
              <a:buChar char="•"/>
              <a:defRPr/>
            </a:lvl2pPr>
            <a:lvl3pPr indent="-342900" lvl="2" marL="1371600" algn="l">
              <a:lnSpc>
                <a:spcPct val="110000"/>
              </a:lnSpc>
              <a:spcBef>
                <a:spcPts val="500"/>
              </a:spcBef>
              <a:spcAft>
                <a:spcPts val="0"/>
              </a:spcAft>
              <a:buClr>
                <a:schemeClr val="dk1"/>
              </a:buClr>
              <a:buSzPts val="1800"/>
              <a:buChar char="•"/>
              <a:defRPr/>
            </a:lvl3pPr>
            <a:lvl4pPr indent="-342900" lvl="3" marL="1828800" algn="l">
              <a:lnSpc>
                <a:spcPct val="110000"/>
              </a:lnSpc>
              <a:spcBef>
                <a:spcPts val="500"/>
              </a:spcBef>
              <a:spcAft>
                <a:spcPts val="0"/>
              </a:spcAft>
              <a:buClr>
                <a:schemeClr val="dk1"/>
              </a:buClr>
              <a:buSzPts val="1800"/>
              <a:buChar char="•"/>
              <a:defRPr/>
            </a:lvl4pPr>
            <a:lvl5pPr indent="-342900" lvl="4" marL="2286000" algn="l">
              <a:lnSpc>
                <a:spcPct val="11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8" name="Google Shape;98;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11" Type="http://schemas.openxmlformats.org/officeDocument/2006/relationships/slideLayout" Target="../slideLayouts/slideLayout12.xml"/><Relationship Id="rId10" Type="http://schemas.openxmlformats.org/officeDocument/2006/relationships/slideLayout" Target="../slideLayouts/slideLayout11.xml"/><Relationship Id="rId12" Type="http://schemas.openxmlformats.org/officeDocument/2006/relationships/theme" Target="../theme/theme3.xml"/><Relationship Id="rId9" Type="http://schemas.openxmlformats.org/officeDocument/2006/relationships/slideLayout" Target="../slideLayouts/slideLayout10.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100000"/>
              </a:lnSpc>
              <a:spcBef>
                <a:spcPts val="0"/>
              </a:spcBef>
              <a:spcAft>
                <a:spcPts val="0"/>
              </a:spcAft>
              <a:buClr>
                <a:schemeClr val="lt1"/>
              </a:buClr>
              <a:buSzPts val="4800"/>
              <a:buFont typeface="Arial"/>
              <a:buNone/>
              <a:defRPr b="0" i="0" sz="4800" u="none" cap="none" strike="noStrike">
                <a:solidFill>
                  <a:schemeClr val="lt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10000"/>
              </a:lnSpc>
              <a:spcBef>
                <a:spcPts val="1000"/>
              </a:spcBef>
              <a:spcAft>
                <a:spcPts val="0"/>
              </a:spcAft>
              <a:buClr>
                <a:schemeClr val="lt1"/>
              </a:buClr>
              <a:buSzPts val="3200"/>
              <a:buFont typeface="Arial"/>
              <a:buChar char="•"/>
              <a:defRPr b="0" i="0" sz="3200" u="none" cap="none" strike="noStrike">
                <a:solidFill>
                  <a:schemeClr val="lt1"/>
                </a:solidFill>
                <a:latin typeface="Arial"/>
                <a:ea typeface="Arial"/>
                <a:cs typeface="Arial"/>
                <a:sym typeface="Arial"/>
              </a:defRPr>
            </a:lvl1pPr>
            <a:lvl2pPr indent="-406400" lvl="1" marL="914400" marR="0" rtl="0" algn="l">
              <a:lnSpc>
                <a:spcPct val="110000"/>
              </a:lnSpc>
              <a:spcBef>
                <a:spcPts val="500"/>
              </a:spcBef>
              <a:spcAft>
                <a:spcPts val="0"/>
              </a:spcAft>
              <a:buClr>
                <a:schemeClr val="lt1"/>
              </a:buClr>
              <a:buSzPts val="2800"/>
              <a:buFont typeface="Arial"/>
              <a:buChar char="•"/>
              <a:defRPr b="0" i="0" sz="2800" u="none" cap="none" strike="noStrike">
                <a:solidFill>
                  <a:schemeClr val="lt1"/>
                </a:solidFill>
                <a:latin typeface="Arial"/>
                <a:ea typeface="Arial"/>
                <a:cs typeface="Arial"/>
                <a:sym typeface="Arial"/>
              </a:defRPr>
            </a:lvl2pPr>
            <a:lvl3pPr indent="-381000" lvl="2" marL="1371600" marR="0" rtl="0" algn="l">
              <a:lnSpc>
                <a:spcPct val="110000"/>
              </a:lnSpc>
              <a:spcBef>
                <a:spcPts val="500"/>
              </a:spcBef>
              <a:spcAft>
                <a:spcPts val="0"/>
              </a:spcAft>
              <a:buClr>
                <a:schemeClr val="lt1"/>
              </a:buClr>
              <a:buSzPts val="2400"/>
              <a:buFont typeface="Arial"/>
              <a:buChar char="•"/>
              <a:defRPr b="0" i="0" sz="2400" u="none" cap="none" strike="noStrike">
                <a:solidFill>
                  <a:schemeClr val="lt1"/>
                </a:solidFill>
                <a:latin typeface="Arial"/>
                <a:ea typeface="Arial"/>
                <a:cs typeface="Arial"/>
                <a:sym typeface="Arial"/>
              </a:defRPr>
            </a:lvl3pPr>
            <a:lvl4pPr indent="-355600" lvl="3" marL="1828800" marR="0" rtl="0" algn="l">
              <a:lnSpc>
                <a:spcPct val="110000"/>
              </a:lnSpc>
              <a:spcBef>
                <a:spcPts val="500"/>
              </a:spcBef>
              <a:spcAft>
                <a:spcPts val="0"/>
              </a:spcAft>
              <a:buClr>
                <a:schemeClr val="lt1"/>
              </a:buClr>
              <a:buSzPts val="2000"/>
              <a:buFont typeface="Arial"/>
              <a:buChar char="•"/>
              <a:defRPr b="0" i="0" sz="2000" u="none" cap="none" strike="noStrike">
                <a:solidFill>
                  <a:schemeClr val="lt1"/>
                </a:solidFill>
                <a:latin typeface="Arial"/>
                <a:ea typeface="Arial"/>
                <a:cs typeface="Arial"/>
                <a:sym typeface="Arial"/>
              </a:defRPr>
            </a:lvl4pPr>
            <a:lvl5pPr indent="-355600" lvl="4" marL="2286000" marR="0" rtl="0" algn="l">
              <a:lnSpc>
                <a:spcPct val="110000"/>
              </a:lnSpc>
              <a:spcBef>
                <a:spcPts val="500"/>
              </a:spcBef>
              <a:spcAft>
                <a:spcPts val="0"/>
              </a:spcAft>
              <a:buClr>
                <a:schemeClr val="lt1"/>
              </a:buClr>
              <a:buSzPts val="2000"/>
              <a:buFont typeface="Arial"/>
              <a:buChar char="•"/>
              <a:defRPr b="0" i="0" sz="2000" u="none" cap="none" strike="noStrike">
                <a:solidFill>
                  <a:schemeClr val="lt1"/>
                </a:solidFill>
                <a:latin typeface="Arial"/>
                <a:ea typeface="Arial"/>
                <a:cs typeface="Arial"/>
                <a:sym typeface="Arial"/>
              </a:defRPr>
            </a:lvl5pPr>
            <a:lvl6pPr indent="-342900" lvl="5" marL="27432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Arial"/>
                <a:ea typeface="Arial"/>
                <a:cs typeface="Arial"/>
                <a:sym typeface="Arial"/>
              </a:defRPr>
            </a:lvl6pPr>
            <a:lvl7pPr indent="-342900" lvl="6" marL="32004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Arial"/>
                <a:ea typeface="Arial"/>
                <a:cs typeface="Arial"/>
                <a:sym typeface="Arial"/>
              </a:defRPr>
            </a:lvl7pPr>
            <a:lvl8pPr indent="-342900" lvl="7" marL="36576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Arial"/>
                <a:ea typeface="Arial"/>
                <a:cs typeface="Arial"/>
                <a:sym typeface="Arial"/>
              </a:defRPr>
            </a:lvl8pPr>
            <a:lvl9pPr indent="-342900" lvl="8" marL="41148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Arial"/>
                <a:ea typeface="Arial"/>
                <a:cs typeface="Arial"/>
                <a:sym typeface="Arial"/>
              </a:defRPr>
            </a:lvl9pPr>
          </a:lstStyle>
          <a:p/>
        </p:txBody>
      </p:sp>
      <p:sp>
        <p:nvSpPr>
          <p:cNvPr id="8" name="Google Shape;8;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lt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lt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lt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lt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lt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lt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lt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lt1"/>
                </a:solidFill>
                <a:latin typeface="Arial"/>
                <a:ea typeface="Arial"/>
                <a:cs typeface="Arial"/>
                <a:sym typeface="Arial"/>
              </a:defRPr>
            </a:lvl9pPr>
          </a:lstStyle>
          <a:p/>
        </p:txBody>
      </p:sp>
      <p:sp>
        <p:nvSpPr>
          <p:cNvPr id="9" name="Google Shape;9;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lt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lt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lt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lt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lt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lt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lt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lt1"/>
                </a:solidFill>
                <a:latin typeface="Arial"/>
                <a:ea typeface="Arial"/>
                <a:cs typeface="Arial"/>
                <a:sym typeface="Arial"/>
              </a:defRPr>
            </a:lvl9pPr>
          </a:lstStyle>
          <a:p/>
        </p:txBody>
      </p:sp>
      <p:sp>
        <p:nvSpPr>
          <p:cNvPr id="10" name="Google Shape;10;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600" u="none" cap="none" strike="noStrike">
                <a:solidFill>
                  <a:schemeClr val="lt1"/>
                </a:solidFill>
                <a:latin typeface="Arial"/>
                <a:ea typeface="Arial"/>
                <a:cs typeface="Arial"/>
                <a:sym typeface="Arial"/>
              </a:defRPr>
            </a:lvl1pPr>
            <a:lvl2pPr indent="0" lvl="1" marL="0" marR="0" rtl="0" algn="r">
              <a:spcBef>
                <a:spcPts val="0"/>
              </a:spcBef>
              <a:buNone/>
              <a:defRPr b="0" i="0" sz="1600" u="none" cap="none" strike="noStrike">
                <a:solidFill>
                  <a:schemeClr val="lt1"/>
                </a:solidFill>
                <a:latin typeface="Arial"/>
                <a:ea typeface="Arial"/>
                <a:cs typeface="Arial"/>
                <a:sym typeface="Arial"/>
              </a:defRPr>
            </a:lvl2pPr>
            <a:lvl3pPr indent="0" lvl="2" marL="0" marR="0" rtl="0" algn="r">
              <a:spcBef>
                <a:spcPts val="0"/>
              </a:spcBef>
              <a:buNone/>
              <a:defRPr b="0" i="0" sz="1600" u="none" cap="none" strike="noStrike">
                <a:solidFill>
                  <a:schemeClr val="lt1"/>
                </a:solidFill>
                <a:latin typeface="Arial"/>
                <a:ea typeface="Arial"/>
                <a:cs typeface="Arial"/>
                <a:sym typeface="Arial"/>
              </a:defRPr>
            </a:lvl3pPr>
            <a:lvl4pPr indent="0" lvl="3" marL="0" marR="0" rtl="0" algn="r">
              <a:spcBef>
                <a:spcPts val="0"/>
              </a:spcBef>
              <a:buNone/>
              <a:defRPr b="0" i="0" sz="1600" u="none" cap="none" strike="noStrike">
                <a:solidFill>
                  <a:schemeClr val="lt1"/>
                </a:solidFill>
                <a:latin typeface="Arial"/>
                <a:ea typeface="Arial"/>
                <a:cs typeface="Arial"/>
                <a:sym typeface="Arial"/>
              </a:defRPr>
            </a:lvl4pPr>
            <a:lvl5pPr indent="0" lvl="4" marL="0" marR="0" rtl="0" algn="r">
              <a:spcBef>
                <a:spcPts val="0"/>
              </a:spcBef>
              <a:buNone/>
              <a:defRPr b="0" i="0" sz="1600" u="none" cap="none" strike="noStrike">
                <a:solidFill>
                  <a:schemeClr val="lt1"/>
                </a:solidFill>
                <a:latin typeface="Arial"/>
                <a:ea typeface="Arial"/>
                <a:cs typeface="Arial"/>
                <a:sym typeface="Arial"/>
              </a:defRPr>
            </a:lvl5pPr>
            <a:lvl6pPr indent="0" lvl="5" marL="0" marR="0" rtl="0" algn="r">
              <a:spcBef>
                <a:spcPts val="0"/>
              </a:spcBef>
              <a:buNone/>
              <a:defRPr b="0" i="0" sz="1600" u="none" cap="none" strike="noStrike">
                <a:solidFill>
                  <a:schemeClr val="lt1"/>
                </a:solidFill>
                <a:latin typeface="Arial"/>
                <a:ea typeface="Arial"/>
                <a:cs typeface="Arial"/>
                <a:sym typeface="Arial"/>
              </a:defRPr>
            </a:lvl6pPr>
            <a:lvl7pPr indent="0" lvl="6" marL="0" marR="0" rtl="0" algn="r">
              <a:spcBef>
                <a:spcPts val="0"/>
              </a:spcBef>
              <a:buNone/>
              <a:defRPr b="0" i="0" sz="1600" u="none" cap="none" strike="noStrike">
                <a:solidFill>
                  <a:schemeClr val="lt1"/>
                </a:solidFill>
                <a:latin typeface="Arial"/>
                <a:ea typeface="Arial"/>
                <a:cs typeface="Arial"/>
                <a:sym typeface="Arial"/>
              </a:defRPr>
            </a:lvl7pPr>
            <a:lvl8pPr indent="0" lvl="7" marL="0" marR="0" rtl="0" algn="r">
              <a:spcBef>
                <a:spcPts val="0"/>
              </a:spcBef>
              <a:buNone/>
              <a:defRPr b="0" i="0" sz="1600" u="none" cap="none" strike="noStrike">
                <a:solidFill>
                  <a:schemeClr val="lt1"/>
                </a:solidFill>
                <a:latin typeface="Arial"/>
                <a:ea typeface="Arial"/>
                <a:cs typeface="Arial"/>
                <a:sym typeface="Arial"/>
              </a:defRPr>
            </a:lvl8pPr>
            <a:lvl9pPr indent="0" lvl="8" marL="0" marR="0" rtl="0" algn="r">
              <a:spcBef>
                <a:spcPts val="0"/>
              </a:spcBef>
              <a:buNone/>
              <a:defRPr b="0" i="0" sz="1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 name="Shape 18"/>
        <p:cNvGrpSpPr/>
        <p:nvPr/>
      </p:nvGrpSpPr>
      <p:grpSpPr>
        <a:xfrm>
          <a:off x="0" y="0"/>
          <a:ext cx="0" cy="0"/>
          <a:chOff x="0" y="0"/>
          <a:chExt cx="0" cy="0"/>
        </a:xfrm>
      </p:grpSpPr>
      <p:sp>
        <p:nvSpPr>
          <p:cNvPr id="19" name="Google Shape;19;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100000"/>
              </a:lnSpc>
              <a:spcBef>
                <a:spcPts val="0"/>
              </a:spcBef>
              <a:spcAft>
                <a:spcPts val="0"/>
              </a:spcAft>
              <a:buClr>
                <a:schemeClr val="dk1"/>
              </a:buClr>
              <a:buSzPts val="4800"/>
              <a:buFont typeface="Arial"/>
              <a:buNone/>
              <a:defRPr b="0" i="0" sz="48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0" name="Google Shape;20;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10000"/>
              </a:lnSpc>
              <a:spcBef>
                <a:spcPts val="100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lnSpc>
                <a:spcPct val="110000"/>
              </a:lnSpc>
              <a:spcBef>
                <a:spcPts val="5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1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1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1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21" name="Google Shape;21;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600" u="none" cap="none" strike="noStrike">
                <a:solidFill>
                  <a:srgbClr val="888888"/>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22" name="Google Shape;22;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600" u="none" cap="none" strike="noStrike">
                <a:solidFill>
                  <a:srgbClr val="888888"/>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23" name="Google Shape;23;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600" u="none" cap="none" strike="noStrike">
                <a:solidFill>
                  <a:srgbClr val="888888"/>
                </a:solidFill>
                <a:latin typeface="Arial"/>
                <a:ea typeface="Arial"/>
                <a:cs typeface="Arial"/>
                <a:sym typeface="Arial"/>
              </a:defRPr>
            </a:lvl1pPr>
            <a:lvl2pPr indent="0" lvl="1" marL="0" marR="0" rtl="0" algn="r">
              <a:spcBef>
                <a:spcPts val="0"/>
              </a:spcBef>
              <a:buNone/>
              <a:defRPr b="0" i="0" sz="1600" u="none" cap="none" strike="noStrike">
                <a:solidFill>
                  <a:srgbClr val="888888"/>
                </a:solidFill>
                <a:latin typeface="Arial"/>
                <a:ea typeface="Arial"/>
                <a:cs typeface="Arial"/>
                <a:sym typeface="Arial"/>
              </a:defRPr>
            </a:lvl2pPr>
            <a:lvl3pPr indent="0" lvl="2" marL="0" marR="0" rtl="0" algn="r">
              <a:spcBef>
                <a:spcPts val="0"/>
              </a:spcBef>
              <a:buNone/>
              <a:defRPr b="0" i="0" sz="1600" u="none" cap="none" strike="noStrike">
                <a:solidFill>
                  <a:srgbClr val="888888"/>
                </a:solidFill>
                <a:latin typeface="Arial"/>
                <a:ea typeface="Arial"/>
                <a:cs typeface="Arial"/>
                <a:sym typeface="Arial"/>
              </a:defRPr>
            </a:lvl3pPr>
            <a:lvl4pPr indent="0" lvl="3" marL="0" marR="0" rtl="0" algn="r">
              <a:spcBef>
                <a:spcPts val="0"/>
              </a:spcBef>
              <a:buNone/>
              <a:defRPr b="0" i="0" sz="1600" u="none" cap="none" strike="noStrike">
                <a:solidFill>
                  <a:srgbClr val="888888"/>
                </a:solidFill>
                <a:latin typeface="Arial"/>
                <a:ea typeface="Arial"/>
                <a:cs typeface="Arial"/>
                <a:sym typeface="Arial"/>
              </a:defRPr>
            </a:lvl4pPr>
            <a:lvl5pPr indent="0" lvl="4" marL="0" marR="0" rtl="0" algn="r">
              <a:spcBef>
                <a:spcPts val="0"/>
              </a:spcBef>
              <a:buNone/>
              <a:defRPr b="0" i="0" sz="1600" u="none" cap="none" strike="noStrike">
                <a:solidFill>
                  <a:srgbClr val="888888"/>
                </a:solidFill>
                <a:latin typeface="Arial"/>
                <a:ea typeface="Arial"/>
                <a:cs typeface="Arial"/>
                <a:sym typeface="Arial"/>
              </a:defRPr>
            </a:lvl5pPr>
            <a:lvl6pPr indent="0" lvl="5" marL="0" marR="0" rtl="0" algn="r">
              <a:spcBef>
                <a:spcPts val="0"/>
              </a:spcBef>
              <a:buNone/>
              <a:defRPr b="0" i="0" sz="1600" u="none" cap="none" strike="noStrike">
                <a:solidFill>
                  <a:srgbClr val="888888"/>
                </a:solidFill>
                <a:latin typeface="Arial"/>
                <a:ea typeface="Arial"/>
                <a:cs typeface="Arial"/>
                <a:sym typeface="Arial"/>
              </a:defRPr>
            </a:lvl6pPr>
            <a:lvl7pPr indent="0" lvl="6" marL="0" marR="0" rtl="0" algn="r">
              <a:spcBef>
                <a:spcPts val="0"/>
              </a:spcBef>
              <a:buNone/>
              <a:defRPr b="0" i="0" sz="1600" u="none" cap="none" strike="noStrike">
                <a:solidFill>
                  <a:srgbClr val="888888"/>
                </a:solidFill>
                <a:latin typeface="Arial"/>
                <a:ea typeface="Arial"/>
                <a:cs typeface="Arial"/>
                <a:sym typeface="Arial"/>
              </a:defRPr>
            </a:lvl7pPr>
            <a:lvl8pPr indent="0" lvl="7" marL="0" marR="0" rtl="0" algn="r">
              <a:spcBef>
                <a:spcPts val="0"/>
              </a:spcBef>
              <a:buNone/>
              <a:defRPr b="0" i="0" sz="1600" u="none" cap="none" strike="noStrike">
                <a:solidFill>
                  <a:srgbClr val="888888"/>
                </a:solidFill>
                <a:latin typeface="Arial"/>
                <a:ea typeface="Arial"/>
                <a:cs typeface="Arial"/>
                <a:sym typeface="Arial"/>
              </a:defRPr>
            </a:lvl8pPr>
            <a:lvl9pPr indent="0" lvl="8" marL="0" marR="0" rtl="0" algn="r">
              <a:spcBef>
                <a:spcPts val="0"/>
              </a:spcBef>
              <a:buNone/>
              <a:defRPr b="0" i="0" sz="16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7.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6.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8.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5.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2.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04" name="Shape 104"/>
        <p:cNvGrpSpPr/>
        <p:nvPr/>
      </p:nvGrpSpPr>
      <p:grpSpPr>
        <a:xfrm>
          <a:off x="0" y="0"/>
          <a:ext cx="0" cy="0"/>
          <a:chOff x="0" y="0"/>
          <a:chExt cx="0" cy="0"/>
        </a:xfrm>
      </p:grpSpPr>
      <p:sp>
        <p:nvSpPr>
          <p:cNvPr id="105" name="Google Shape;105;p15"/>
          <p:cNvSpPr/>
          <p:nvPr/>
        </p:nvSpPr>
        <p:spPr>
          <a:xfrm>
            <a:off x="0" y="0"/>
            <a:ext cx="12188952" cy="6858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descr="Abstract background of bokeh blue" id="106" name="Google Shape;106;p15"/>
          <p:cNvPicPr preferRelativeResize="0"/>
          <p:nvPr/>
        </p:nvPicPr>
        <p:blipFill rotWithShape="1">
          <a:blip r:embed="rId3">
            <a:alphaModFix amt="50000"/>
          </a:blip>
          <a:srcRect b="12987" l="0" r="-1" t="4573"/>
          <a:stretch/>
        </p:blipFill>
        <p:spPr>
          <a:xfrm>
            <a:off x="20" y="10"/>
            <a:ext cx="12188931" cy="6857990"/>
          </a:xfrm>
          <a:prstGeom prst="rect">
            <a:avLst/>
          </a:prstGeom>
          <a:noFill/>
          <a:ln>
            <a:noFill/>
          </a:ln>
        </p:spPr>
      </p:pic>
      <p:sp>
        <p:nvSpPr>
          <p:cNvPr id="107" name="Google Shape;107;p15"/>
          <p:cNvSpPr txBox="1"/>
          <p:nvPr>
            <p:ph type="ctrTitle"/>
          </p:nvPr>
        </p:nvSpPr>
        <p:spPr>
          <a:xfrm>
            <a:off x="1527048" y="1124712"/>
            <a:ext cx="9144000" cy="306324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lt1"/>
              </a:buClr>
              <a:buSzPts val="6700"/>
              <a:buFont typeface="Algerian"/>
              <a:buNone/>
            </a:pPr>
            <a:r>
              <a:rPr b="0" i="0" lang="en-US" sz="6700" u="none" strike="noStrike">
                <a:latin typeface="Algerian"/>
                <a:ea typeface="Algerian"/>
                <a:cs typeface="Algerian"/>
                <a:sym typeface="Algerian"/>
              </a:rPr>
              <a:t>AUTONOMOUS VEHICLE TRACKING AND MONITORING USING IoT </a:t>
            </a:r>
            <a:endParaRPr sz="6700">
              <a:latin typeface="Algerian"/>
              <a:ea typeface="Algerian"/>
              <a:cs typeface="Algerian"/>
              <a:sym typeface="Algerian"/>
            </a:endParaRPr>
          </a:p>
        </p:txBody>
      </p:sp>
      <p:sp>
        <p:nvSpPr>
          <p:cNvPr id="108" name="Google Shape;108;p15"/>
          <p:cNvSpPr txBox="1"/>
          <p:nvPr>
            <p:ph idx="1" type="subTitle"/>
          </p:nvPr>
        </p:nvSpPr>
        <p:spPr>
          <a:xfrm>
            <a:off x="1527048" y="4599432"/>
            <a:ext cx="9144000" cy="1227520"/>
          </a:xfrm>
          <a:prstGeom prst="rect">
            <a:avLst/>
          </a:prstGeom>
          <a:noFill/>
          <a:ln>
            <a:noFill/>
          </a:ln>
        </p:spPr>
        <p:txBody>
          <a:bodyPr anchorCtr="0" anchor="t" bIns="45700" lIns="91425" spcFirstLastPara="1" rIns="91425" wrap="square" tIns="45700">
            <a:normAutofit/>
          </a:bodyPr>
          <a:lstStyle/>
          <a:p>
            <a:pPr indent="0" lvl="0" marL="0" rtl="0" algn="ctr">
              <a:lnSpc>
                <a:spcPct val="110000"/>
              </a:lnSpc>
              <a:spcBef>
                <a:spcPts val="0"/>
              </a:spcBef>
              <a:spcAft>
                <a:spcPts val="0"/>
              </a:spcAft>
              <a:buClr>
                <a:schemeClr val="lt1"/>
              </a:buClr>
              <a:buSzPts val="3200"/>
              <a:buNone/>
            </a:pPr>
            <a:r>
              <a:t/>
            </a:r>
            <a:endParaRPr sz="3200"/>
          </a:p>
        </p:txBody>
      </p:sp>
      <p:sp>
        <p:nvSpPr>
          <p:cNvPr id="109" name="Google Shape;109;p15"/>
          <p:cNvSpPr/>
          <p:nvPr/>
        </p:nvSpPr>
        <p:spPr>
          <a:xfrm flipH="1" rot="10800000">
            <a:off x="838200" y="720953"/>
            <a:ext cx="10515600" cy="5416094"/>
          </a:xfrm>
          <a:custGeom>
            <a:rect b="b" l="l" r="r" t="t"/>
            <a:pathLst>
              <a:path extrusionOk="0" h="5416094" w="1051560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24919" y="196329"/>
                  <a:pt x="10549062" y="488432"/>
                  <a:pt x="10515600" y="785334"/>
                </a:cubicBezTo>
                <a:cubicBezTo>
                  <a:pt x="10482138" y="1082236"/>
                  <a:pt x="10536385" y="1323726"/>
                  <a:pt x="10515600" y="1516506"/>
                </a:cubicBezTo>
                <a:cubicBezTo>
                  <a:pt x="10494815" y="1709286"/>
                  <a:pt x="10546328" y="2097632"/>
                  <a:pt x="10515600" y="2247679"/>
                </a:cubicBezTo>
                <a:cubicBezTo>
                  <a:pt x="10484872" y="2397726"/>
                  <a:pt x="10491771" y="2577292"/>
                  <a:pt x="10515600" y="2762208"/>
                </a:cubicBezTo>
                <a:cubicBezTo>
                  <a:pt x="10539429" y="2947124"/>
                  <a:pt x="10511007" y="3105736"/>
                  <a:pt x="10515600" y="3330898"/>
                </a:cubicBezTo>
                <a:cubicBezTo>
                  <a:pt x="10520194" y="3556060"/>
                  <a:pt x="10497393" y="3882611"/>
                  <a:pt x="10515600" y="4062071"/>
                </a:cubicBezTo>
                <a:cubicBezTo>
                  <a:pt x="10533807" y="4241531"/>
                  <a:pt x="10544791" y="4505155"/>
                  <a:pt x="10515600" y="4684921"/>
                </a:cubicBezTo>
                <a:cubicBezTo>
                  <a:pt x="10486410" y="4864687"/>
                  <a:pt x="10497356" y="5246484"/>
                  <a:pt x="10515600" y="5416094"/>
                </a:cubicBezTo>
                <a:cubicBezTo>
                  <a:pt x="10245623" y="5445692"/>
                  <a:pt x="10029676" y="5415505"/>
                  <a:pt x="9753219" y="5416094"/>
                </a:cubicBezTo>
                <a:cubicBezTo>
                  <a:pt x="9476762" y="5416683"/>
                  <a:pt x="9553148" y="5422760"/>
                  <a:pt x="9411462" y="5416094"/>
                </a:cubicBezTo>
                <a:cubicBezTo>
                  <a:pt x="9269776" y="5409428"/>
                  <a:pt x="8927709" y="5385012"/>
                  <a:pt x="8754237" y="5416094"/>
                </a:cubicBezTo>
                <a:cubicBezTo>
                  <a:pt x="8580766" y="5447176"/>
                  <a:pt x="8413264" y="5410024"/>
                  <a:pt x="8307324" y="5416094"/>
                </a:cubicBezTo>
                <a:cubicBezTo>
                  <a:pt x="8201384" y="5422164"/>
                  <a:pt x="7912690" y="5421686"/>
                  <a:pt x="7544943" y="5416094"/>
                </a:cubicBezTo>
                <a:cubicBezTo>
                  <a:pt x="7177196" y="5410502"/>
                  <a:pt x="7304235" y="5418502"/>
                  <a:pt x="7098030" y="5416094"/>
                </a:cubicBezTo>
                <a:cubicBezTo>
                  <a:pt x="6891825" y="5413686"/>
                  <a:pt x="6541479" y="5434609"/>
                  <a:pt x="6335649" y="5416094"/>
                </a:cubicBezTo>
                <a:cubicBezTo>
                  <a:pt x="6129819" y="5397579"/>
                  <a:pt x="6106541" y="5402791"/>
                  <a:pt x="5993892" y="5416094"/>
                </a:cubicBezTo>
                <a:cubicBezTo>
                  <a:pt x="5881243" y="5429397"/>
                  <a:pt x="5545248" y="5437743"/>
                  <a:pt x="5231511" y="5416094"/>
                </a:cubicBezTo>
                <a:cubicBezTo>
                  <a:pt x="4917774" y="5394445"/>
                  <a:pt x="4963237" y="5426599"/>
                  <a:pt x="4784598" y="5416094"/>
                </a:cubicBezTo>
                <a:cubicBezTo>
                  <a:pt x="4605959" y="5405589"/>
                  <a:pt x="4605904" y="5406658"/>
                  <a:pt x="4442841" y="5416094"/>
                </a:cubicBezTo>
                <a:cubicBezTo>
                  <a:pt x="4279778" y="5425530"/>
                  <a:pt x="4177180" y="5426138"/>
                  <a:pt x="3995928" y="5416094"/>
                </a:cubicBezTo>
                <a:cubicBezTo>
                  <a:pt x="3814676" y="5406050"/>
                  <a:pt x="3516440" y="5429234"/>
                  <a:pt x="3233547" y="5416094"/>
                </a:cubicBezTo>
                <a:cubicBezTo>
                  <a:pt x="2950654" y="5402954"/>
                  <a:pt x="2884354" y="5436103"/>
                  <a:pt x="2786634" y="5416094"/>
                </a:cubicBezTo>
                <a:cubicBezTo>
                  <a:pt x="2688914" y="5396085"/>
                  <a:pt x="2522958" y="5423232"/>
                  <a:pt x="2444877" y="5416094"/>
                </a:cubicBezTo>
                <a:cubicBezTo>
                  <a:pt x="2366796" y="5408956"/>
                  <a:pt x="2104768" y="5395479"/>
                  <a:pt x="1997964" y="5416094"/>
                </a:cubicBezTo>
                <a:cubicBezTo>
                  <a:pt x="1891160" y="5436709"/>
                  <a:pt x="1573016" y="5412376"/>
                  <a:pt x="1445895" y="5416094"/>
                </a:cubicBezTo>
                <a:cubicBezTo>
                  <a:pt x="1318774" y="5419812"/>
                  <a:pt x="986443" y="5400529"/>
                  <a:pt x="788670" y="5416094"/>
                </a:cubicBezTo>
                <a:cubicBezTo>
                  <a:pt x="590897" y="5431659"/>
                  <a:pt x="363709" y="5381266"/>
                  <a:pt x="0" y="5416094"/>
                </a:cubicBezTo>
                <a:cubicBezTo>
                  <a:pt x="-22973" y="5218643"/>
                  <a:pt x="-26699" y="5010779"/>
                  <a:pt x="0" y="4630760"/>
                </a:cubicBezTo>
                <a:cubicBezTo>
                  <a:pt x="26699" y="4250741"/>
                  <a:pt x="-15389" y="4196664"/>
                  <a:pt x="0" y="3953749"/>
                </a:cubicBezTo>
                <a:cubicBezTo>
                  <a:pt x="15389" y="3710834"/>
                  <a:pt x="468" y="3611311"/>
                  <a:pt x="0" y="3276737"/>
                </a:cubicBezTo>
                <a:cubicBezTo>
                  <a:pt x="-468" y="2942163"/>
                  <a:pt x="15360" y="2781998"/>
                  <a:pt x="0" y="2599725"/>
                </a:cubicBezTo>
                <a:cubicBezTo>
                  <a:pt x="-15360" y="2417452"/>
                  <a:pt x="14816" y="2100232"/>
                  <a:pt x="0" y="1922713"/>
                </a:cubicBezTo>
                <a:cubicBezTo>
                  <a:pt x="-14816" y="1745194"/>
                  <a:pt x="-24648" y="1604167"/>
                  <a:pt x="0" y="1299863"/>
                </a:cubicBezTo>
                <a:cubicBezTo>
                  <a:pt x="24648" y="995559"/>
                  <a:pt x="2182" y="279525"/>
                  <a:pt x="0" y="0"/>
                </a:cubicBezTo>
                <a:close/>
              </a:path>
            </a:pathLst>
          </a:custGeom>
          <a:noFill/>
          <a:ln cap="rnd" cmpd="sng" w="5715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10" name="Google Shape;110;p15"/>
          <p:cNvSpPr/>
          <p:nvPr/>
        </p:nvSpPr>
        <p:spPr>
          <a:xfrm>
            <a:off x="3974206" y="4419423"/>
            <a:ext cx="4243589" cy="27432"/>
          </a:xfrm>
          <a:custGeom>
            <a:rect b="b" l="l" r="r" t="t"/>
            <a:pathLst>
              <a:path extrusionOk="0" fill="none" h="27432" w="4243589">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extrusionOk="0" h="27432" w="4243589">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lt1"/>
          </a:solidFill>
          <a:ln cap="rnd" cmpd="sng" w="381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1000"/>
                                  </p:stCondLst>
                                  <p:childTnLst>
                                    <p:set>
                                      <p:cBhvr>
                                        <p:cTn dur="1" fill="hold">
                                          <p:stCondLst>
                                            <p:cond delay="0"/>
                                          </p:stCondLst>
                                        </p:cTn>
                                        <p:tgtEl>
                                          <p:spTgt spid="107"/>
                                        </p:tgtEl>
                                        <p:attrNameLst>
                                          <p:attrName>style.visibility</p:attrName>
                                        </p:attrNameLst>
                                      </p:cBhvr>
                                      <p:to>
                                        <p:strVal val="visible"/>
                                      </p:to>
                                    </p:set>
                                    <p:animEffect filter="fade" transition="in">
                                      <p:cBhvr>
                                        <p:cTn dur="400"/>
                                        <p:tgtEl>
                                          <p:spTgt spid="10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4" name="Shape 114"/>
        <p:cNvGrpSpPr/>
        <p:nvPr/>
      </p:nvGrpSpPr>
      <p:grpSpPr>
        <a:xfrm>
          <a:off x="0" y="0"/>
          <a:ext cx="0" cy="0"/>
          <a:chOff x="0" y="0"/>
          <a:chExt cx="0" cy="0"/>
        </a:xfrm>
      </p:grpSpPr>
      <p:sp>
        <p:nvSpPr>
          <p:cNvPr id="115" name="Google Shape;115;p16"/>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16" name="Google Shape;116;p16"/>
          <p:cNvSpPr/>
          <p:nvPr/>
        </p:nvSpPr>
        <p:spPr>
          <a:xfrm>
            <a:off x="669036" y="1677373"/>
            <a:ext cx="10853928" cy="18288"/>
          </a:xfrm>
          <a:custGeom>
            <a:rect b="b" l="l" r="r" t="t"/>
            <a:pathLst>
              <a:path extrusionOk="0" fill="none" h="18288" w="10853928">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extrusionOk="0" h="18288" w="10853928">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1"/>
          </a:solidFill>
          <a:ln cap="rnd" cmpd="sng" w="38100">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17" name="Google Shape;117;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1"/>
              </a:buClr>
              <a:buSzPts val="6600"/>
              <a:buFont typeface="Arial"/>
              <a:buNone/>
            </a:pPr>
            <a:r>
              <a:rPr b="0" i="0" lang="en-US" sz="6600" u="none" strike="noStrike"/>
              <a:t>INTRODUCTION:</a:t>
            </a:r>
            <a:endParaRPr sz="6600"/>
          </a:p>
        </p:txBody>
      </p:sp>
      <p:sp>
        <p:nvSpPr>
          <p:cNvPr id="118" name="Google Shape;118;p16"/>
          <p:cNvSpPr txBox="1"/>
          <p:nvPr>
            <p:ph idx="1" type="body"/>
          </p:nvPr>
        </p:nvSpPr>
        <p:spPr>
          <a:xfrm>
            <a:off x="838200" y="1929384"/>
            <a:ext cx="10515600" cy="4251960"/>
          </a:xfrm>
          <a:prstGeom prst="rect">
            <a:avLst/>
          </a:prstGeom>
          <a:noFill/>
          <a:ln>
            <a:noFill/>
          </a:ln>
        </p:spPr>
        <p:txBody>
          <a:bodyPr anchorCtr="0" anchor="t" bIns="45700" lIns="91425" spcFirstLastPara="1" rIns="91425" wrap="square" tIns="45700">
            <a:normAutofit/>
          </a:bodyPr>
          <a:lstStyle/>
          <a:p>
            <a:pPr indent="0" lvl="0" marL="0" rtl="0" algn="l">
              <a:lnSpc>
                <a:spcPct val="110000"/>
              </a:lnSpc>
              <a:spcBef>
                <a:spcPts val="0"/>
              </a:spcBef>
              <a:spcAft>
                <a:spcPts val="0"/>
              </a:spcAft>
              <a:buClr>
                <a:schemeClr val="dk1"/>
              </a:buClr>
              <a:buSzPts val="3600"/>
              <a:buNone/>
            </a:pPr>
            <a:r>
              <a:rPr b="0" i="0" lang="en-US" sz="1800" u="none" strike="noStrike"/>
              <a:t>In an agricultural environment, heavy vehicles like harvesters, tractors are used to perform farming-related activities. Using IoT, diagnostic information of the vehicle will be shared to the cloud platform and the GPS location of the vehicle is also transmitted to the server. These received data will be analyzed and helpful for the owner of the vehicles to make sure to take the necessary actions to get less downtime.</a:t>
            </a:r>
            <a:endParaRPr sz="18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000000"/>
              </a:buClr>
              <a:buSzPts val="6600"/>
              <a:buFont typeface="Arial"/>
              <a:buNone/>
            </a:pPr>
            <a:r>
              <a:rPr b="0" i="0" lang="en-US" sz="6600" u="none" strike="noStrike">
                <a:solidFill>
                  <a:srgbClr val="000000"/>
                </a:solidFill>
              </a:rPr>
              <a:t>COMPONENTS USED:</a:t>
            </a:r>
            <a:endParaRPr sz="6600"/>
          </a:p>
        </p:txBody>
      </p:sp>
      <p:sp>
        <p:nvSpPr>
          <p:cNvPr id="124" name="Google Shape;124;p17"/>
          <p:cNvSpPr txBox="1"/>
          <p:nvPr>
            <p:ph idx="1" type="body"/>
          </p:nvPr>
        </p:nvSpPr>
        <p:spPr>
          <a:xfrm>
            <a:off x="838200" y="1929384"/>
            <a:ext cx="5181600" cy="425196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434343"/>
              </a:buClr>
              <a:buSzPts val="3740"/>
              <a:buNone/>
            </a:pPr>
            <a:r>
              <a:rPr b="0" i="0" lang="en-US" sz="3240" u="none" strike="noStrike">
                <a:solidFill>
                  <a:srgbClr val="434343"/>
                </a:solidFill>
                <a:latin typeface="Arial"/>
                <a:ea typeface="Arial"/>
                <a:cs typeface="Arial"/>
                <a:sym typeface="Arial"/>
              </a:rPr>
              <a:t>HARDWARE:</a:t>
            </a:r>
            <a:endParaRPr sz="2220"/>
          </a:p>
          <a:p>
            <a:pPr indent="-196850" lvl="0" marL="228600" rtl="0" algn="l">
              <a:lnSpc>
                <a:spcPct val="90000"/>
              </a:lnSpc>
              <a:spcBef>
                <a:spcPts val="0"/>
              </a:spcBef>
              <a:spcAft>
                <a:spcPts val="0"/>
              </a:spcAft>
              <a:buClr>
                <a:srgbClr val="000000"/>
              </a:buClr>
              <a:buSzPts val="2475"/>
              <a:buChar char="•"/>
            </a:pPr>
            <a:r>
              <a:rPr b="0" i="0" lang="en-US" sz="2475" u="none" strike="noStrike">
                <a:solidFill>
                  <a:srgbClr val="000000"/>
                </a:solidFill>
              </a:rPr>
              <a:t>NodeMCU</a:t>
            </a:r>
            <a:endParaRPr b="0" sz="2475"/>
          </a:p>
          <a:p>
            <a:pPr indent="-196850" lvl="0" marL="228600" rtl="0" algn="l">
              <a:lnSpc>
                <a:spcPct val="90000"/>
              </a:lnSpc>
              <a:spcBef>
                <a:spcPts val="0"/>
              </a:spcBef>
              <a:spcAft>
                <a:spcPts val="0"/>
              </a:spcAft>
              <a:buClr>
                <a:srgbClr val="000000"/>
              </a:buClr>
              <a:buSzPts val="2475"/>
              <a:buChar char="•"/>
            </a:pPr>
            <a:r>
              <a:rPr b="0" i="0" lang="en-US" sz="2475" u="none" strike="noStrike">
                <a:solidFill>
                  <a:srgbClr val="000000"/>
                </a:solidFill>
              </a:rPr>
              <a:t>L293D motor driver</a:t>
            </a:r>
            <a:endParaRPr b="0" sz="2475"/>
          </a:p>
          <a:p>
            <a:pPr indent="-196850" lvl="0" marL="228600" rtl="0" algn="l">
              <a:lnSpc>
                <a:spcPct val="90000"/>
              </a:lnSpc>
              <a:spcBef>
                <a:spcPts val="0"/>
              </a:spcBef>
              <a:spcAft>
                <a:spcPts val="0"/>
              </a:spcAft>
              <a:buClr>
                <a:srgbClr val="000000"/>
              </a:buClr>
              <a:buSzPts val="2475"/>
              <a:buChar char="•"/>
            </a:pPr>
            <a:r>
              <a:rPr b="0" i="0" lang="en-US" sz="2475" u="none" strike="noStrike">
                <a:solidFill>
                  <a:srgbClr val="000000"/>
                </a:solidFill>
              </a:rPr>
              <a:t>BO motors </a:t>
            </a:r>
            <a:endParaRPr b="0" sz="2475"/>
          </a:p>
          <a:p>
            <a:pPr indent="-196850" lvl="0" marL="228600" rtl="0" algn="l">
              <a:lnSpc>
                <a:spcPct val="90000"/>
              </a:lnSpc>
              <a:spcBef>
                <a:spcPts val="0"/>
              </a:spcBef>
              <a:spcAft>
                <a:spcPts val="0"/>
              </a:spcAft>
              <a:buClr>
                <a:srgbClr val="000000"/>
              </a:buClr>
              <a:buSzPts val="2475"/>
              <a:buChar char="•"/>
            </a:pPr>
            <a:r>
              <a:rPr b="0" i="0" lang="en-US" sz="2475" u="none" strike="noStrike">
                <a:solidFill>
                  <a:srgbClr val="000000"/>
                </a:solidFill>
              </a:rPr>
              <a:t>Power Supply</a:t>
            </a:r>
            <a:endParaRPr b="0" sz="2475"/>
          </a:p>
          <a:p>
            <a:pPr indent="-196850" lvl="0" marL="228600" rtl="0" algn="l">
              <a:lnSpc>
                <a:spcPct val="90000"/>
              </a:lnSpc>
              <a:spcBef>
                <a:spcPts val="0"/>
              </a:spcBef>
              <a:spcAft>
                <a:spcPts val="0"/>
              </a:spcAft>
              <a:buClr>
                <a:srgbClr val="000000"/>
              </a:buClr>
              <a:buSzPts val="2475"/>
              <a:buChar char="•"/>
            </a:pPr>
            <a:r>
              <a:rPr b="0" i="0" lang="en-US" sz="2475" u="none" strike="noStrike">
                <a:solidFill>
                  <a:srgbClr val="000000"/>
                </a:solidFill>
              </a:rPr>
              <a:t>DHT 11</a:t>
            </a:r>
            <a:endParaRPr b="0" sz="2475"/>
          </a:p>
          <a:p>
            <a:pPr indent="-196850" lvl="0" marL="228600" rtl="0" algn="l">
              <a:lnSpc>
                <a:spcPct val="90000"/>
              </a:lnSpc>
              <a:spcBef>
                <a:spcPts val="0"/>
              </a:spcBef>
              <a:spcAft>
                <a:spcPts val="0"/>
              </a:spcAft>
              <a:buClr>
                <a:srgbClr val="000000"/>
              </a:buClr>
              <a:buSzPts val="2475"/>
              <a:buChar char="•"/>
            </a:pPr>
            <a:r>
              <a:rPr b="0" i="0" lang="en-US" sz="2475" u="none" strike="noStrike">
                <a:solidFill>
                  <a:srgbClr val="000000"/>
                </a:solidFill>
              </a:rPr>
              <a:t>GPS Module</a:t>
            </a:r>
            <a:endParaRPr b="0" sz="2475"/>
          </a:p>
          <a:p>
            <a:pPr indent="-196850" lvl="0" marL="228600" rtl="0" algn="l">
              <a:lnSpc>
                <a:spcPct val="90000"/>
              </a:lnSpc>
              <a:spcBef>
                <a:spcPts val="0"/>
              </a:spcBef>
              <a:spcAft>
                <a:spcPts val="0"/>
              </a:spcAft>
              <a:buClr>
                <a:srgbClr val="000000"/>
              </a:buClr>
              <a:buSzPts val="2475"/>
              <a:buChar char="•"/>
            </a:pPr>
            <a:r>
              <a:rPr b="0" i="0" lang="en-US" sz="2475" u="none" strike="noStrike">
                <a:solidFill>
                  <a:srgbClr val="000000"/>
                </a:solidFill>
              </a:rPr>
              <a:t>Jumper wires</a:t>
            </a:r>
            <a:endParaRPr b="0" sz="2475"/>
          </a:p>
          <a:p>
            <a:pPr indent="0" lvl="0" marL="0" rtl="0" algn="l">
              <a:lnSpc>
                <a:spcPct val="90000"/>
              </a:lnSpc>
              <a:spcBef>
                <a:spcPts val="1000"/>
              </a:spcBef>
              <a:spcAft>
                <a:spcPts val="0"/>
              </a:spcAft>
              <a:buClr>
                <a:schemeClr val="dk1"/>
              </a:buClr>
              <a:buSzPts val="1020"/>
              <a:buNone/>
            </a:pPr>
            <a:br>
              <a:rPr lang="en-US" sz="520"/>
            </a:br>
            <a:endParaRPr sz="1200">
              <a:latin typeface="Algerian"/>
              <a:ea typeface="Algerian"/>
              <a:cs typeface="Algerian"/>
              <a:sym typeface="Algerian"/>
            </a:endParaRPr>
          </a:p>
        </p:txBody>
      </p:sp>
      <p:sp>
        <p:nvSpPr>
          <p:cNvPr id="125" name="Google Shape;125;p17"/>
          <p:cNvSpPr txBox="1"/>
          <p:nvPr>
            <p:ph idx="2" type="body"/>
          </p:nvPr>
        </p:nvSpPr>
        <p:spPr>
          <a:xfrm>
            <a:off x="6172200" y="1929384"/>
            <a:ext cx="5181600" cy="425196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434343"/>
              </a:buClr>
              <a:buSzPts val="3740"/>
              <a:buNone/>
            </a:pPr>
            <a:r>
              <a:rPr b="0" i="0" lang="en-US" sz="3340" u="none" strike="noStrike">
                <a:solidFill>
                  <a:srgbClr val="434343"/>
                </a:solidFill>
                <a:latin typeface="Arial"/>
                <a:ea typeface="Arial"/>
                <a:cs typeface="Arial"/>
                <a:sym typeface="Arial"/>
              </a:rPr>
              <a:t>SOFTWARE:</a:t>
            </a:r>
            <a:endParaRPr sz="2320"/>
          </a:p>
          <a:p>
            <a:pPr indent="-203200" lvl="0" marL="228600" rtl="0" algn="l">
              <a:lnSpc>
                <a:spcPct val="90000"/>
              </a:lnSpc>
              <a:spcBef>
                <a:spcPts val="0"/>
              </a:spcBef>
              <a:spcAft>
                <a:spcPts val="0"/>
              </a:spcAft>
              <a:buClr>
                <a:srgbClr val="000000"/>
              </a:buClr>
              <a:buSzPts val="2830"/>
              <a:buChar char="•"/>
            </a:pPr>
            <a:r>
              <a:rPr b="0" i="0" lang="en-US" sz="2830" u="none" strike="noStrike">
                <a:solidFill>
                  <a:srgbClr val="000000"/>
                </a:solidFill>
              </a:rPr>
              <a:t>Arduino IDE</a:t>
            </a:r>
            <a:endParaRPr b="0" sz="2830"/>
          </a:p>
          <a:p>
            <a:pPr indent="-203200" lvl="0" marL="228600" rtl="0" algn="l">
              <a:lnSpc>
                <a:spcPct val="90000"/>
              </a:lnSpc>
              <a:spcBef>
                <a:spcPts val="0"/>
              </a:spcBef>
              <a:spcAft>
                <a:spcPts val="0"/>
              </a:spcAft>
              <a:buClr>
                <a:srgbClr val="000000"/>
              </a:buClr>
              <a:buSzPts val="2830"/>
              <a:buChar char="•"/>
            </a:pPr>
            <a:r>
              <a:rPr b="0" i="0" lang="en-US" sz="2830" u="none" strike="noStrike">
                <a:solidFill>
                  <a:srgbClr val="000000"/>
                </a:solidFill>
              </a:rPr>
              <a:t>ThingSpeak</a:t>
            </a:r>
            <a:endParaRPr b="0" sz="2830"/>
          </a:p>
          <a:p>
            <a:pPr indent="-203200" lvl="0" marL="228600" rtl="0" algn="l">
              <a:lnSpc>
                <a:spcPct val="90000"/>
              </a:lnSpc>
              <a:spcBef>
                <a:spcPts val="0"/>
              </a:spcBef>
              <a:spcAft>
                <a:spcPts val="0"/>
              </a:spcAft>
              <a:buClr>
                <a:srgbClr val="000000"/>
              </a:buClr>
              <a:buSzPts val="2830"/>
              <a:buChar char="•"/>
            </a:pPr>
            <a:r>
              <a:rPr b="0" i="0" lang="en-US" sz="2830" u="none" strike="noStrike">
                <a:solidFill>
                  <a:srgbClr val="000000"/>
                </a:solidFill>
              </a:rPr>
              <a:t>Blynk</a:t>
            </a:r>
            <a:endParaRPr b="0" sz="2830"/>
          </a:p>
          <a:p>
            <a:pPr indent="0" lvl="0" marL="0" rtl="0" algn="l">
              <a:lnSpc>
                <a:spcPct val="90000"/>
              </a:lnSpc>
              <a:spcBef>
                <a:spcPts val="1000"/>
              </a:spcBef>
              <a:spcAft>
                <a:spcPts val="0"/>
              </a:spcAft>
              <a:buClr>
                <a:schemeClr val="dk1"/>
              </a:buClr>
              <a:buSzPts val="1020"/>
              <a:buNone/>
            </a:pPr>
            <a:br>
              <a:rPr lang="en-US" sz="620"/>
            </a:br>
            <a:endParaRPr sz="1300">
              <a:latin typeface="Algerian"/>
              <a:ea typeface="Algerian"/>
              <a:cs typeface="Algerian"/>
              <a:sym typeface="Algeri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9" name="Shape 129"/>
        <p:cNvGrpSpPr/>
        <p:nvPr/>
      </p:nvGrpSpPr>
      <p:grpSpPr>
        <a:xfrm>
          <a:off x="0" y="0"/>
          <a:ext cx="0" cy="0"/>
          <a:chOff x="0" y="0"/>
          <a:chExt cx="0" cy="0"/>
        </a:xfrm>
      </p:grpSpPr>
      <p:sp>
        <p:nvSpPr>
          <p:cNvPr id="130" name="Google Shape;130;p18"/>
          <p:cNvSpPr/>
          <p:nvPr/>
        </p:nvSpPr>
        <p:spPr>
          <a:xfrm>
            <a:off x="838199" y="1709928"/>
            <a:ext cx="10515600" cy="27432"/>
          </a:xfrm>
          <a:custGeom>
            <a:rect b="b" l="l" r="r" t="t"/>
            <a:pathLst>
              <a:path extrusionOk="0" fill="none" h="27432" w="10515600">
                <a:moveTo>
                  <a:pt x="0" y="0"/>
                </a:moveTo>
                <a:cubicBezTo>
                  <a:pt x="119693" y="-14343"/>
                  <a:pt x="253007" y="-7583"/>
                  <a:pt x="446913" y="0"/>
                </a:cubicBezTo>
                <a:cubicBezTo>
                  <a:pt x="640819" y="7583"/>
                  <a:pt x="841419" y="-7067"/>
                  <a:pt x="1104138" y="0"/>
                </a:cubicBezTo>
                <a:cubicBezTo>
                  <a:pt x="1366858" y="7067"/>
                  <a:pt x="1495525" y="1255"/>
                  <a:pt x="1866519" y="0"/>
                </a:cubicBezTo>
                <a:cubicBezTo>
                  <a:pt x="2237513" y="-1255"/>
                  <a:pt x="2043820" y="12003"/>
                  <a:pt x="2208276" y="0"/>
                </a:cubicBezTo>
                <a:cubicBezTo>
                  <a:pt x="2372732" y="-12003"/>
                  <a:pt x="2419452" y="9887"/>
                  <a:pt x="2550033" y="0"/>
                </a:cubicBezTo>
                <a:cubicBezTo>
                  <a:pt x="2680614" y="-9887"/>
                  <a:pt x="3098156" y="3827"/>
                  <a:pt x="3417570" y="0"/>
                </a:cubicBezTo>
                <a:cubicBezTo>
                  <a:pt x="3736984" y="-3827"/>
                  <a:pt x="3916040" y="-6233"/>
                  <a:pt x="4074795" y="0"/>
                </a:cubicBezTo>
                <a:cubicBezTo>
                  <a:pt x="4233551" y="6233"/>
                  <a:pt x="4279253" y="5661"/>
                  <a:pt x="4416552" y="0"/>
                </a:cubicBezTo>
                <a:cubicBezTo>
                  <a:pt x="4553851" y="-5661"/>
                  <a:pt x="4915758" y="26022"/>
                  <a:pt x="5073777" y="0"/>
                </a:cubicBezTo>
                <a:cubicBezTo>
                  <a:pt x="5231797" y="-26022"/>
                  <a:pt x="5612089" y="32230"/>
                  <a:pt x="5941314" y="0"/>
                </a:cubicBezTo>
                <a:cubicBezTo>
                  <a:pt x="6270539" y="-32230"/>
                  <a:pt x="6313600" y="3064"/>
                  <a:pt x="6493383" y="0"/>
                </a:cubicBezTo>
                <a:cubicBezTo>
                  <a:pt x="6673166" y="-3064"/>
                  <a:pt x="6902474" y="-21096"/>
                  <a:pt x="7045452" y="0"/>
                </a:cubicBezTo>
                <a:cubicBezTo>
                  <a:pt x="7188430" y="21096"/>
                  <a:pt x="7478162" y="17386"/>
                  <a:pt x="7702677" y="0"/>
                </a:cubicBezTo>
                <a:cubicBezTo>
                  <a:pt x="7927192" y="-17386"/>
                  <a:pt x="8295683" y="-35143"/>
                  <a:pt x="8465058" y="0"/>
                </a:cubicBezTo>
                <a:cubicBezTo>
                  <a:pt x="8634433" y="35143"/>
                  <a:pt x="8927835" y="4103"/>
                  <a:pt x="9227439" y="0"/>
                </a:cubicBezTo>
                <a:cubicBezTo>
                  <a:pt x="9527043" y="-4103"/>
                  <a:pt x="10105355" y="-17535"/>
                  <a:pt x="10515600" y="0"/>
                </a:cubicBezTo>
                <a:cubicBezTo>
                  <a:pt x="10515789" y="12323"/>
                  <a:pt x="10515633" y="14639"/>
                  <a:pt x="10515600" y="27432"/>
                </a:cubicBezTo>
                <a:cubicBezTo>
                  <a:pt x="10343646" y="15282"/>
                  <a:pt x="10223667" y="31057"/>
                  <a:pt x="10068687" y="27432"/>
                </a:cubicBezTo>
                <a:cubicBezTo>
                  <a:pt x="9913707" y="23807"/>
                  <a:pt x="9512455" y="4101"/>
                  <a:pt x="9201150" y="27432"/>
                </a:cubicBezTo>
                <a:cubicBezTo>
                  <a:pt x="8889845" y="50763"/>
                  <a:pt x="8866277" y="3158"/>
                  <a:pt x="8543925" y="27432"/>
                </a:cubicBezTo>
                <a:cubicBezTo>
                  <a:pt x="8221573" y="51706"/>
                  <a:pt x="8288348" y="37286"/>
                  <a:pt x="8202168" y="27432"/>
                </a:cubicBezTo>
                <a:cubicBezTo>
                  <a:pt x="8115988" y="17578"/>
                  <a:pt x="7797033" y="6631"/>
                  <a:pt x="7544943" y="27432"/>
                </a:cubicBezTo>
                <a:cubicBezTo>
                  <a:pt x="7292854" y="48233"/>
                  <a:pt x="7108060" y="41767"/>
                  <a:pt x="6992874" y="27432"/>
                </a:cubicBezTo>
                <a:cubicBezTo>
                  <a:pt x="6877688" y="13097"/>
                  <a:pt x="6668930" y="7947"/>
                  <a:pt x="6440805" y="27432"/>
                </a:cubicBezTo>
                <a:cubicBezTo>
                  <a:pt x="6212680" y="46917"/>
                  <a:pt x="6027476" y="35225"/>
                  <a:pt x="5888736" y="27432"/>
                </a:cubicBezTo>
                <a:cubicBezTo>
                  <a:pt x="5749996" y="19639"/>
                  <a:pt x="5574559" y="43627"/>
                  <a:pt x="5336667" y="27432"/>
                </a:cubicBezTo>
                <a:cubicBezTo>
                  <a:pt x="5098775" y="11237"/>
                  <a:pt x="4837534" y="41882"/>
                  <a:pt x="4574286" y="27432"/>
                </a:cubicBezTo>
                <a:cubicBezTo>
                  <a:pt x="4311038" y="12982"/>
                  <a:pt x="4126419" y="26678"/>
                  <a:pt x="3917061" y="27432"/>
                </a:cubicBezTo>
                <a:cubicBezTo>
                  <a:pt x="3707704" y="28186"/>
                  <a:pt x="3657291" y="40087"/>
                  <a:pt x="3575304" y="27432"/>
                </a:cubicBezTo>
                <a:cubicBezTo>
                  <a:pt x="3493317" y="14777"/>
                  <a:pt x="3185226" y="45867"/>
                  <a:pt x="3023235" y="27432"/>
                </a:cubicBezTo>
                <a:cubicBezTo>
                  <a:pt x="2861244" y="8997"/>
                  <a:pt x="2597085" y="35801"/>
                  <a:pt x="2260854" y="27432"/>
                </a:cubicBezTo>
                <a:cubicBezTo>
                  <a:pt x="1924623" y="19063"/>
                  <a:pt x="1996678" y="15705"/>
                  <a:pt x="1813941" y="27432"/>
                </a:cubicBezTo>
                <a:cubicBezTo>
                  <a:pt x="1631204" y="39159"/>
                  <a:pt x="1187542" y="49167"/>
                  <a:pt x="946404" y="27432"/>
                </a:cubicBezTo>
                <a:cubicBezTo>
                  <a:pt x="705266" y="5697"/>
                  <a:pt x="404743" y="28229"/>
                  <a:pt x="0" y="27432"/>
                </a:cubicBezTo>
                <a:cubicBezTo>
                  <a:pt x="244" y="15297"/>
                  <a:pt x="645" y="7129"/>
                  <a:pt x="0" y="0"/>
                </a:cubicBezTo>
                <a:close/>
              </a:path>
              <a:path extrusionOk="0" h="27432" w="1051560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15650" y="5798"/>
                  <a:pt x="10515903" y="19375"/>
                  <a:pt x="10515600" y="27432"/>
                </a:cubicBezTo>
                <a:cubicBezTo>
                  <a:pt x="10304538" y="42307"/>
                  <a:pt x="10069280" y="3335"/>
                  <a:pt x="9753219" y="27432"/>
                </a:cubicBezTo>
                <a:cubicBezTo>
                  <a:pt x="9437158" y="51529"/>
                  <a:pt x="9488415" y="23852"/>
                  <a:pt x="9411462" y="27432"/>
                </a:cubicBezTo>
                <a:cubicBezTo>
                  <a:pt x="9334509" y="31012"/>
                  <a:pt x="9183755" y="44107"/>
                  <a:pt x="8964549" y="27432"/>
                </a:cubicBezTo>
                <a:cubicBezTo>
                  <a:pt x="8745343" y="10757"/>
                  <a:pt x="8279150" y="61693"/>
                  <a:pt x="8097012" y="27432"/>
                </a:cubicBezTo>
                <a:cubicBezTo>
                  <a:pt x="7914874" y="-6829"/>
                  <a:pt x="7608717" y="59556"/>
                  <a:pt x="7439787" y="27432"/>
                </a:cubicBezTo>
                <a:cubicBezTo>
                  <a:pt x="7270858" y="-4692"/>
                  <a:pt x="7154492" y="27026"/>
                  <a:pt x="6992874" y="27432"/>
                </a:cubicBezTo>
                <a:cubicBezTo>
                  <a:pt x="6831256" y="27838"/>
                  <a:pt x="6536817" y="51174"/>
                  <a:pt x="6335649" y="27432"/>
                </a:cubicBezTo>
                <a:cubicBezTo>
                  <a:pt x="6134481" y="3690"/>
                  <a:pt x="6097824" y="11070"/>
                  <a:pt x="5993892" y="27432"/>
                </a:cubicBezTo>
                <a:cubicBezTo>
                  <a:pt x="5889960" y="43794"/>
                  <a:pt x="5793821" y="34098"/>
                  <a:pt x="5652135" y="27432"/>
                </a:cubicBezTo>
                <a:cubicBezTo>
                  <a:pt x="5510449" y="20766"/>
                  <a:pt x="5168382" y="-3650"/>
                  <a:pt x="4994910" y="27432"/>
                </a:cubicBezTo>
                <a:cubicBezTo>
                  <a:pt x="4821439" y="58514"/>
                  <a:pt x="4653937" y="21362"/>
                  <a:pt x="4547997" y="27432"/>
                </a:cubicBezTo>
                <a:cubicBezTo>
                  <a:pt x="4442057" y="33502"/>
                  <a:pt x="4153363" y="33024"/>
                  <a:pt x="3785616" y="27432"/>
                </a:cubicBezTo>
                <a:cubicBezTo>
                  <a:pt x="3417869" y="21840"/>
                  <a:pt x="3544908" y="29840"/>
                  <a:pt x="3338703" y="27432"/>
                </a:cubicBezTo>
                <a:cubicBezTo>
                  <a:pt x="3132498" y="25024"/>
                  <a:pt x="2782152" y="45947"/>
                  <a:pt x="2576322" y="27432"/>
                </a:cubicBezTo>
                <a:cubicBezTo>
                  <a:pt x="2370492" y="8917"/>
                  <a:pt x="2347214" y="14129"/>
                  <a:pt x="2234565" y="27432"/>
                </a:cubicBezTo>
                <a:cubicBezTo>
                  <a:pt x="2121916" y="40735"/>
                  <a:pt x="1785921" y="49081"/>
                  <a:pt x="1472184" y="27432"/>
                </a:cubicBezTo>
                <a:cubicBezTo>
                  <a:pt x="1158447" y="5783"/>
                  <a:pt x="1203910" y="37937"/>
                  <a:pt x="1025271" y="27432"/>
                </a:cubicBezTo>
                <a:cubicBezTo>
                  <a:pt x="846632" y="16927"/>
                  <a:pt x="846577" y="17996"/>
                  <a:pt x="683514" y="27432"/>
                </a:cubicBezTo>
                <a:cubicBezTo>
                  <a:pt x="520451" y="36868"/>
                  <a:pt x="320799" y="46677"/>
                  <a:pt x="0" y="27432"/>
                </a:cubicBezTo>
                <a:cubicBezTo>
                  <a:pt x="-510" y="19859"/>
                  <a:pt x="-1106" y="11474"/>
                  <a:pt x="0" y="0"/>
                </a:cubicBezTo>
                <a:close/>
              </a:path>
            </a:pathLst>
          </a:custGeom>
          <a:solidFill>
            <a:schemeClr val="dk1"/>
          </a:solidFill>
          <a:ln cap="rnd" cmpd="sng" w="381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31" name="Google Shape;131;p18"/>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32" name="Google Shape;132;p18"/>
          <p:cNvSpPr txBox="1"/>
          <p:nvPr>
            <p:ph type="title"/>
          </p:nvPr>
        </p:nvSpPr>
        <p:spPr>
          <a:xfrm>
            <a:off x="576072" y="238539"/>
            <a:ext cx="11018520" cy="1434415"/>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1"/>
              </a:buClr>
              <a:buSzPts val="7200"/>
              <a:buFont typeface="Arial"/>
              <a:buNone/>
            </a:pPr>
            <a:r>
              <a:rPr b="0" i="0" lang="en-US" sz="7200" u="none" strike="noStrike"/>
              <a:t>NODE MCU:</a:t>
            </a:r>
            <a:endParaRPr sz="7200"/>
          </a:p>
        </p:txBody>
      </p:sp>
      <p:sp>
        <p:nvSpPr>
          <p:cNvPr id="133" name="Google Shape;133;p18"/>
          <p:cNvSpPr/>
          <p:nvPr/>
        </p:nvSpPr>
        <p:spPr>
          <a:xfrm>
            <a:off x="576072" y="1817073"/>
            <a:ext cx="11018520" cy="18288"/>
          </a:xfrm>
          <a:custGeom>
            <a:rect b="b" l="l" r="r" t="t"/>
            <a:pathLst>
              <a:path extrusionOk="0" fill="none" h="18288" w="11018520">
                <a:moveTo>
                  <a:pt x="0" y="0"/>
                </a:moveTo>
                <a:cubicBezTo>
                  <a:pt x="176840" y="19448"/>
                  <a:pt x="369510" y="1686"/>
                  <a:pt x="468287" y="0"/>
                </a:cubicBezTo>
                <a:cubicBezTo>
                  <a:pt x="567064" y="-1686"/>
                  <a:pt x="844925" y="28710"/>
                  <a:pt x="1156945" y="0"/>
                </a:cubicBezTo>
                <a:cubicBezTo>
                  <a:pt x="1468965" y="-28710"/>
                  <a:pt x="1755775" y="35306"/>
                  <a:pt x="1955787" y="0"/>
                </a:cubicBezTo>
                <a:cubicBezTo>
                  <a:pt x="2155799" y="-35306"/>
                  <a:pt x="2224532" y="-16632"/>
                  <a:pt x="2313889" y="0"/>
                </a:cubicBezTo>
                <a:cubicBezTo>
                  <a:pt x="2403246" y="16632"/>
                  <a:pt x="2494050" y="6083"/>
                  <a:pt x="2671991" y="0"/>
                </a:cubicBezTo>
                <a:cubicBezTo>
                  <a:pt x="2849932" y="-6083"/>
                  <a:pt x="3354152" y="34614"/>
                  <a:pt x="3581019" y="0"/>
                </a:cubicBezTo>
                <a:cubicBezTo>
                  <a:pt x="3807886" y="-34614"/>
                  <a:pt x="4022451" y="14254"/>
                  <a:pt x="4269677" y="0"/>
                </a:cubicBezTo>
                <a:cubicBezTo>
                  <a:pt x="4516903" y="-14254"/>
                  <a:pt x="4514495" y="-13291"/>
                  <a:pt x="4627778" y="0"/>
                </a:cubicBezTo>
                <a:cubicBezTo>
                  <a:pt x="4741061" y="13291"/>
                  <a:pt x="5120758" y="-22660"/>
                  <a:pt x="5316436" y="0"/>
                </a:cubicBezTo>
                <a:cubicBezTo>
                  <a:pt x="5512114" y="22660"/>
                  <a:pt x="5812155" y="-9513"/>
                  <a:pt x="6225464" y="0"/>
                </a:cubicBezTo>
                <a:cubicBezTo>
                  <a:pt x="6638773" y="9513"/>
                  <a:pt x="6545417" y="2479"/>
                  <a:pt x="6803936" y="0"/>
                </a:cubicBezTo>
                <a:cubicBezTo>
                  <a:pt x="7062455" y="-2479"/>
                  <a:pt x="7245098" y="-20209"/>
                  <a:pt x="7382408" y="0"/>
                </a:cubicBezTo>
                <a:cubicBezTo>
                  <a:pt x="7519718" y="20209"/>
                  <a:pt x="7801947" y="19736"/>
                  <a:pt x="8071066" y="0"/>
                </a:cubicBezTo>
                <a:cubicBezTo>
                  <a:pt x="8340185" y="-19736"/>
                  <a:pt x="8495312" y="-6666"/>
                  <a:pt x="8869909" y="0"/>
                </a:cubicBezTo>
                <a:cubicBezTo>
                  <a:pt x="9244506" y="6666"/>
                  <a:pt x="9501461" y="-13745"/>
                  <a:pt x="9668751" y="0"/>
                </a:cubicBezTo>
                <a:cubicBezTo>
                  <a:pt x="9836041" y="13745"/>
                  <a:pt x="10607605" y="14143"/>
                  <a:pt x="11018520" y="0"/>
                </a:cubicBezTo>
                <a:cubicBezTo>
                  <a:pt x="11019166" y="4451"/>
                  <a:pt x="11019010" y="9226"/>
                  <a:pt x="11018520" y="18288"/>
                </a:cubicBezTo>
                <a:cubicBezTo>
                  <a:pt x="10834966" y="15274"/>
                  <a:pt x="10754561" y="35250"/>
                  <a:pt x="10550233" y="18288"/>
                </a:cubicBezTo>
                <a:cubicBezTo>
                  <a:pt x="10345905" y="1326"/>
                  <a:pt x="9906342" y="45884"/>
                  <a:pt x="9641205" y="18288"/>
                </a:cubicBezTo>
                <a:cubicBezTo>
                  <a:pt x="9376068" y="-9308"/>
                  <a:pt x="9177188" y="43988"/>
                  <a:pt x="8952548" y="18288"/>
                </a:cubicBezTo>
                <a:cubicBezTo>
                  <a:pt x="8727908" y="-7412"/>
                  <a:pt x="8707007" y="3271"/>
                  <a:pt x="8594446" y="18288"/>
                </a:cubicBezTo>
                <a:cubicBezTo>
                  <a:pt x="8481885" y="33305"/>
                  <a:pt x="8175004" y="35109"/>
                  <a:pt x="7905788" y="18288"/>
                </a:cubicBezTo>
                <a:cubicBezTo>
                  <a:pt x="7636572" y="1467"/>
                  <a:pt x="7535638" y="7399"/>
                  <a:pt x="7327316" y="18288"/>
                </a:cubicBezTo>
                <a:cubicBezTo>
                  <a:pt x="7118994" y="29177"/>
                  <a:pt x="6978247" y="47205"/>
                  <a:pt x="6748844" y="18288"/>
                </a:cubicBezTo>
                <a:cubicBezTo>
                  <a:pt x="6519441" y="-10629"/>
                  <a:pt x="6459241" y="43308"/>
                  <a:pt x="6170371" y="18288"/>
                </a:cubicBezTo>
                <a:cubicBezTo>
                  <a:pt x="5881501" y="-6732"/>
                  <a:pt x="5736201" y="35971"/>
                  <a:pt x="5591899" y="18288"/>
                </a:cubicBezTo>
                <a:cubicBezTo>
                  <a:pt x="5447597" y="605"/>
                  <a:pt x="4990303" y="20409"/>
                  <a:pt x="4793056" y="18288"/>
                </a:cubicBezTo>
                <a:cubicBezTo>
                  <a:pt x="4595809" y="16167"/>
                  <a:pt x="4271723" y="2909"/>
                  <a:pt x="4104399" y="18288"/>
                </a:cubicBezTo>
                <a:cubicBezTo>
                  <a:pt x="3937075" y="33667"/>
                  <a:pt x="3923235" y="10730"/>
                  <a:pt x="3746297" y="18288"/>
                </a:cubicBezTo>
                <a:cubicBezTo>
                  <a:pt x="3569359" y="25846"/>
                  <a:pt x="3351081" y="24702"/>
                  <a:pt x="3167825" y="18288"/>
                </a:cubicBezTo>
                <a:cubicBezTo>
                  <a:pt x="2984569" y="11874"/>
                  <a:pt x="2708033" y="13293"/>
                  <a:pt x="2368982" y="18288"/>
                </a:cubicBezTo>
                <a:cubicBezTo>
                  <a:pt x="2029931" y="23283"/>
                  <a:pt x="2009060" y="37671"/>
                  <a:pt x="1900695" y="18288"/>
                </a:cubicBezTo>
                <a:cubicBezTo>
                  <a:pt x="1792330" y="-1095"/>
                  <a:pt x="1183178" y="9337"/>
                  <a:pt x="991667" y="18288"/>
                </a:cubicBezTo>
                <a:cubicBezTo>
                  <a:pt x="800156" y="27239"/>
                  <a:pt x="375690" y="34110"/>
                  <a:pt x="0" y="18288"/>
                </a:cubicBezTo>
                <a:cubicBezTo>
                  <a:pt x="-213" y="9468"/>
                  <a:pt x="187" y="4459"/>
                  <a:pt x="0" y="0"/>
                </a:cubicBezTo>
                <a:close/>
              </a:path>
              <a:path extrusionOk="0" h="18288" w="11018520">
                <a:moveTo>
                  <a:pt x="0" y="0"/>
                </a:moveTo>
                <a:cubicBezTo>
                  <a:pt x="266588" y="-23405"/>
                  <a:pt x="350503" y="-27031"/>
                  <a:pt x="578472" y="0"/>
                </a:cubicBezTo>
                <a:cubicBezTo>
                  <a:pt x="806441" y="27031"/>
                  <a:pt x="803976" y="13604"/>
                  <a:pt x="936574" y="0"/>
                </a:cubicBezTo>
                <a:cubicBezTo>
                  <a:pt x="1069172" y="-13604"/>
                  <a:pt x="1661335" y="-31902"/>
                  <a:pt x="1845602" y="0"/>
                </a:cubicBezTo>
                <a:cubicBezTo>
                  <a:pt x="2029869" y="31902"/>
                  <a:pt x="2273452" y="17005"/>
                  <a:pt x="2424074" y="0"/>
                </a:cubicBezTo>
                <a:cubicBezTo>
                  <a:pt x="2574696" y="-17005"/>
                  <a:pt x="2790864" y="-28133"/>
                  <a:pt x="3002547" y="0"/>
                </a:cubicBezTo>
                <a:cubicBezTo>
                  <a:pt x="3214230" y="28133"/>
                  <a:pt x="3605033" y="-14934"/>
                  <a:pt x="3911575" y="0"/>
                </a:cubicBezTo>
                <a:cubicBezTo>
                  <a:pt x="4218117" y="14934"/>
                  <a:pt x="4198004" y="3604"/>
                  <a:pt x="4379862" y="0"/>
                </a:cubicBezTo>
                <a:cubicBezTo>
                  <a:pt x="4561720" y="-3604"/>
                  <a:pt x="4941151" y="-37368"/>
                  <a:pt x="5288890" y="0"/>
                </a:cubicBezTo>
                <a:cubicBezTo>
                  <a:pt x="5636629" y="37368"/>
                  <a:pt x="6011513" y="-33898"/>
                  <a:pt x="6197918" y="0"/>
                </a:cubicBezTo>
                <a:cubicBezTo>
                  <a:pt x="6384323" y="33898"/>
                  <a:pt x="6555799" y="11241"/>
                  <a:pt x="6886575" y="0"/>
                </a:cubicBezTo>
                <a:cubicBezTo>
                  <a:pt x="7217351" y="-11241"/>
                  <a:pt x="7604472" y="-44614"/>
                  <a:pt x="7795603" y="0"/>
                </a:cubicBezTo>
                <a:cubicBezTo>
                  <a:pt x="7986734" y="44614"/>
                  <a:pt x="8098870" y="-11086"/>
                  <a:pt x="8374075" y="0"/>
                </a:cubicBezTo>
                <a:cubicBezTo>
                  <a:pt x="8649280" y="11086"/>
                  <a:pt x="8701749" y="-25020"/>
                  <a:pt x="8952548" y="0"/>
                </a:cubicBezTo>
                <a:cubicBezTo>
                  <a:pt x="9203347" y="25020"/>
                  <a:pt x="9519297" y="4274"/>
                  <a:pt x="9751390" y="0"/>
                </a:cubicBezTo>
                <a:cubicBezTo>
                  <a:pt x="9983483" y="-4274"/>
                  <a:pt x="10169881" y="16480"/>
                  <a:pt x="10329863" y="0"/>
                </a:cubicBezTo>
                <a:cubicBezTo>
                  <a:pt x="10489845" y="-16480"/>
                  <a:pt x="10750941" y="-9727"/>
                  <a:pt x="11018520" y="0"/>
                </a:cubicBezTo>
                <a:cubicBezTo>
                  <a:pt x="11018113" y="8690"/>
                  <a:pt x="11018366" y="14141"/>
                  <a:pt x="11018520" y="18288"/>
                </a:cubicBezTo>
                <a:cubicBezTo>
                  <a:pt x="10841176" y="-3597"/>
                  <a:pt x="10399304" y="41504"/>
                  <a:pt x="10219677" y="18288"/>
                </a:cubicBezTo>
                <a:cubicBezTo>
                  <a:pt x="10040050" y="-4928"/>
                  <a:pt x="10030762" y="16144"/>
                  <a:pt x="9861575" y="18288"/>
                </a:cubicBezTo>
                <a:cubicBezTo>
                  <a:pt x="9692388" y="20432"/>
                  <a:pt x="9529439" y="40380"/>
                  <a:pt x="9393288" y="18288"/>
                </a:cubicBezTo>
                <a:cubicBezTo>
                  <a:pt x="9257137" y="-3804"/>
                  <a:pt x="8825003" y="25592"/>
                  <a:pt x="8484260" y="18288"/>
                </a:cubicBezTo>
                <a:cubicBezTo>
                  <a:pt x="8143517" y="10984"/>
                  <a:pt x="8082894" y="45968"/>
                  <a:pt x="7795603" y="18288"/>
                </a:cubicBezTo>
                <a:cubicBezTo>
                  <a:pt x="7508312" y="-9392"/>
                  <a:pt x="7466074" y="19486"/>
                  <a:pt x="7327316" y="18288"/>
                </a:cubicBezTo>
                <a:cubicBezTo>
                  <a:pt x="7188558" y="17090"/>
                  <a:pt x="6869645" y="4657"/>
                  <a:pt x="6638658" y="18288"/>
                </a:cubicBezTo>
                <a:cubicBezTo>
                  <a:pt x="6407671" y="31919"/>
                  <a:pt x="6359238" y="35967"/>
                  <a:pt x="6280556" y="18288"/>
                </a:cubicBezTo>
                <a:cubicBezTo>
                  <a:pt x="6201874" y="609"/>
                  <a:pt x="6041216" y="22404"/>
                  <a:pt x="5922455" y="18288"/>
                </a:cubicBezTo>
                <a:cubicBezTo>
                  <a:pt x="5803694" y="14172"/>
                  <a:pt x="5555521" y="48848"/>
                  <a:pt x="5233797" y="18288"/>
                </a:cubicBezTo>
                <a:cubicBezTo>
                  <a:pt x="4912073" y="-12272"/>
                  <a:pt x="4986440" y="-2740"/>
                  <a:pt x="4765510" y="18288"/>
                </a:cubicBezTo>
                <a:cubicBezTo>
                  <a:pt x="4544580" y="39316"/>
                  <a:pt x="4177715" y="18248"/>
                  <a:pt x="3966667" y="18288"/>
                </a:cubicBezTo>
                <a:cubicBezTo>
                  <a:pt x="3755619" y="18328"/>
                  <a:pt x="3664519" y="22387"/>
                  <a:pt x="3498380" y="18288"/>
                </a:cubicBezTo>
                <a:cubicBezTo>
                  <a:pt x="3332241" y="14189"/>
                  <a:pt x="3065858" y="-7524"/>
                  <a:pt x="2699537" y="18288"/>
                </a:cubicBezTo>
                <a:cubicBezTo>
                  <a:pt x="2333216" y="44100"/>
                  <a:pt x="2505666" y="4650"/>
                  <a:pt x="2341436" y="18288"/>
                </a:cubicBezTo>
                <a:cubicBezTo>
                  <a:pt x="2177206" y="31926"/>
                  <a:pt x="1790164" y="19880"/>
                  <a:pt x="1542593" y="18288"/>
                </a:cubicBezTo>
                <a:cubicBezTo>
                  <a:pt x="1295022" y="16696"/>
                  <a:pt x="1218012" y="39325"/>
                  <a:pt x="1074306" y="18288"/>
                </a:cubicBezTo>
                <a:cubicBezTo>
                  <a:pt x="930600" y="-2749"/>
                  <a:pt x="797266" y="24589"/>
                  <a:pt x="716204" y="18288"/>
                </a:cubicBezTo>
                <a:cubicBezTo>
                  <a:pt x="635142" y="11987"/>
                  <a:pt x="344503" y="41396"/>
                  <a:pt x="0" y="18288"/>
                </a:cubicBezTo>
                <a:cubicBezTo>
                  <a:pt x="-53" y="11301"/>
                  <a:pt x="-649" y="7756"/>
                  <a:pt x="0" y="0"/>
                </a:cubicBezTo>
                <a:close/>
              </a:path>
            </a:pathLst>
          </a:custGeom>
          <a:solidFill>
            <a:srgbClr val="FCAE29"/>
          </a:solidFill>
          <a:ln cap="rnd" cmpd="sng" w="38100">
            <a:solidFill>
              <a:srgbClr val="FCAE2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34" name="Google Shape;134;p18"/>
          <p:cNvSpPr txBox="1"/>
          <p:nvPr>
            <p:ph idx="1" type="body"/>
          </p:nvPr>
        </p:nvSpPr>
        <p:spPr>
          <a:xfrm>
            <a:off x="572493" y="2071316"/>
            <a:ext cx="6713552" cy="4119172"/>
          </a:xfrm>
          <a:prstGeom prst="rect">
            <a:avLst/>
          </a:prstGeom>
          <a:noFill/>
          <a:ln>
            <a:noFill/>
          </a:ln>
        </p:spPr>
        <p:txBody>
          <a:bodyPr anchorCtr="0" anchor="t" bIns="45700" lIns="91425" spcFirstLastPara="1" rIns="91425" wrap="square" tIns="45700">
            <a:normAutofit/>
          </a:bodyPr>
          <a:lstStyle/>
          <a:p>
            <a:pPr indent="88900" lvl="0" marL="0" rtl="0" algn="l">
              <a:lnSpc>
                <a:spcPct val="110000"/>
              </a:lnSpc>
              <a:spcBef>
                <a:spcPts val="0"/>
              </a:spcBef>
              <a:spcAft>
                <a:spcPts val="0"/>
              </a:spcAft>
              <a:buClr>
                <a:schemeClr val="dk1"/>
              </a:buClr>
              <a:buSzPts val="1800"/>
              <a:buFont typeface="Arial"/>
              <a:buChar char="•"/>
            </a:pPr>
            <a:r>
              <a:rPr b="0" i="0" lang="en-US" sz="1800" u="none" strike="noStrike"/>
              <a:t>NodeMCU is an open-source IoT platform. It includes firmware that runs on the ESP8266 Wi-Fi SoC from Espressif Systems and hardware based on the ESP-12 module.  The ESP8266 chip requires a 3.3V power supply voltage. NodeMCU ESP-12E dev board can be connected to 5Vusing a micro USB connector or Vin pin available on board. The I/O pins of ESP8266 communicate or input/output max 3.3V only. i.e. the pins are NOT 5V tolerant inputs.</a:t>
            </a:r>
            <a:endParaRPr b="0" sz="1800"/>
          </a:p>
          <a:p>
            <a:pPr indent="203200" lvl="0" marL="0" rtl="0" algn="l">
              <a:lnSpc>
                <a:spcPct val="110000"/>
              </a:lnSpc>
              <a:spcBef>
                <a:spcPts val="1000"/>
              </a:spcBef>
              <a:spcAft>
                <a:spcPts val="0"/>
              </a:spcAft>
              <a:buClr>
                <a:schemeClr val="dk1"/>
              </a:buClr>
              <a:buSzPts val="3200"/>
              <a:buFont typeface="Arial"/>
              <a:buNone/>
            </a:pPr>
            <a:r>
              <a:t/>
            </a:r>
            <a:endParaRPr sz="1800"/>
          </a:p>
        </p:txBody>
      </p:sp>
      <p:pic>
        <p:nvPicPr>
          <p:cNvPr id="135" name="Google Shape;135;p18"/>
          <p:cNvPicPr preferRelativeResize="0"/>
          <p:nvPr>
            <p:ph idx="2" type="pic"/>
          </p:nvPr>
        </p:nvPicPr>
        <p:blipFill rotWithShape="1">
          <a:blip r:embed="rId3">
            <a:alphaModFix/>
          </a:blip>
          <a:srcRect b="4" l="11051" r="10303" t="0"/>
          <a:stretch/>
        </p:blipFill>
        <p:spPr>
          <a:xfrm>
            <a:off x="7675658" y="2093976"/>
            <a:ext cx="3941064" cy="4096512"/>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9" name="Shape 139"/>
        <p:cNvGrpSpPr/>
        <p:nvPr/>
      </p:nvGrpSpPr>
      <p:grpSpPr>
        <a:xfrm>
          <a:off x="0" y="0"/>
          <a:ext cx="0" cy="0"/>
          <a:chOff x="0" y="0"/>
          <a:chExt cx="0" cy="0"/>
        </a:xfrm>
      </p:grpSpPr>
      <p:sp>
        <p:nvSpPr>
          <p:cNvPr id="140" name="Google Shape;140;p19"/>
          <p:cNvSpPr/>
          <p:nvPr/>
        </p:nvSpPr>
        <p:spPr>
          <a:xfrm>
            <a:off x="838199" y="1709928"/>
            <a:ext cx="10515600" cy="27432"/>
          </a:xfrm>
          <a:custGeom>
            <a:rect b="b" l="l" r="r" t="t"/>
            <a:pathLst>
              <a:path extrusionOk="0" fill="none" h="27432" w="10515600">
                <a:moveTo>
                  <a:pt x="0" y="0"/>
                </a:moveTo>
                <a:cubicBezTo>
                  <a:pt x="119693" y="-14343"/>
                  <a:pt x="253007" y="-7583"/>
                  <a:pt x="446913" y="0"/>
                </a:cubicBezTo>
                <a:cubicBezTo>
                  <a:pt x="640819" y="7583"/>
                  <a:pt x="841419" y="-7067"/>
                  <a:pt x="1104138" y="0"/>
                </a:cubicBezTo>
                <a:cubicBezTo>
                  <a:pt x="1366858" y="7067"/>
                  <a:pt x="1495525" y="1255"/>
                  <a:pt x="1866519" y="0"/>
                </a:cubicBezTo>
                <a:cubicBezTo>
                  <a:pt x="2237513" y="-1255"/>
                  <a:pt x="2043820" y="12003"/>
                  <a:pt x="2208276" y="0"/>
                </a:cubicBezTo>
                <a:cubicBezTo>
                  <a:pt x="2372732" y="-12003"/>
                  <a:pt x="2419452" y="9887"/>
                  <a:pt x="2550033" y="0"/>
                </a:cubicBezTo>
                <a:cubicBezTo>
                  <a:pt x="2680614" y="-9887"/>
                  <a:pt x="3098156" y="3827"/>
                  <a:pt x="3417570" y="0"/>
                </a:cubicBezTo>
                <a:cubicBezTo>
                  <a:pt x="3736984" y="-3827"/>
                  <a:pt x="3916040" y="-6233"/>
                  <a:pt x="4074795" y="0"/>
                </a:cubicBezTo>
                <a:cubicBezTo>
                  <a:pt x="4233551" y="6233"/>
                  <a:pt x="4279253" y="5661"/>
                  <a:pt x="4416552" y="0"/>
                </a:cubicBezTo>
                <a:cubicBezTo>
                  <a:pt x="4553851" y="-5661"/>
                  <a:pt x="4915758" y="26022"/>
                  <a:pt x="5073777" y="0"/>
                </a:cubicBezTo>
                <a:cubicBezTo>
                  <a:pt x="5231797" y="-26022"/>
                  <a:pt x="5612089" y="32230"/>
                  <a:pt x="5941314" y="0"/>
                </a:cubicBezTo>
                <a:cubicBezTo>
                  <a:pt x="6270539" y="-32230"/>
                  <a:pt x="6313600" y="3064"/>
                  <a:pt x="6493383" y="0"/>
                </a:cubicBezTo>
                <a:cubicBezTo>
                  <a:pt x="6673166" y="-3064"/>
                  <a:pt x="6902474" y="-21096"/>
                  <a:pt x="7045452" y="0"/>
                </a:cubicBezTo>
                <a:cubicBezTo>
                  <a:pt x="7188430" y="21096"/>
                  <a:pt x="7478162" y="17386"/>
                  <a:pt x="7702677" y="0"/>
                </a:cubicBezTo>
                <a:cubicBezTo>
                  <a:pt x="7927192" y="-17386"/>
                  <a:pt x="8295683" y="-35143"/>
                  <a:pt x="8465058" y="0"/>
                </a:cubicBezTo>
                <a:cubicBezTo>
                  <a:pt x="8634433" y="35143"/>
                  <a:pt x="8927835" y="4103"/>
                  <a:pt x="9227439" y="0"/>
                </a:cubicBezTo>
                <a:cubicBezTo>
                  <a:pt x="9527043" y="-4103"/>
                  <a:pt x="10105355" y="-17535"/>
                  <a:pt x="10515600" y="0"/>
                </a:cubicBezTo>
                <a:cubicBezTo>
                  <a:pt x="10515789" y="12323"/>
                  <a:pt x="10515633" y="14639"/>
                  <a:pt x="10515600" y="27432"/>
                </a:cubicBezTo>
                <a:cubicBezTo>
                  <a:pt x="10343646" y="15282"/>
                  <a:pt x="10223667" y="31057"/>
                  <a:pt x="10068687" y="27432"/>
                </a:cubicBezTo>
                <a:cubicBezTo>
                  <a:pt x="9913707" y="23807"/>
                  <a:pt x="9512455" y="4101"/>
                  <a:pt x="9201150" y="27432"/>
                </a:cubicBezTo>
                <a:cubicBezTo>
                  <a:pt x="8889845" y="50763"/>
                  <a:pt x="8866277" y="3158"/>
                  <a:pt x="8543925" y="27432"/>
                </a:cubicBezTo>
                <a:cubicBezTo>
                  <a:pt x="8221573" y="51706"/>
                  <a:pt x="8288348" y="37286"/>
                  <a:pt x="8202168" y="27432"/>
                </a:cubicBezTo>
                <a:cubicBezTo>
                  <a:pt x="8115988" y="17578"/>
                  <a:pt x="7797033" y="6631"/>
                  <a:pt x="7544943" y="27432"/>
                </a:cubicBezTo>
                <a:cubicBezTo>
                  <a:pt x="7292854" y="48233"/>
                  <a:pt x="7108060" y="41767"/>
                  <a:pt x="6992874" y="27432"/>
                </a:cubicBezTo>
                <a:cubicBezTo>
                  <a:pt x="6877688" y="13097"/>
                  <a:pt x="6668930" y="7947"/>
                  <a:pt x="6440805" y="27432"/>
                </a:cubicBezTo>
                <a:cubicBezTo>
                  <a:pt x="6212680" y="46917"/>
                  <a:pt x="6027476" y="35225"/>
                  <a:pt x="5888736" y="27432"/>
                </a:cubicBezTo>
                <a:cubicBezTo>
                  <a:pt x="5749996" y="19639"/>
                  <a:pt x="5574559" y="43627"/>
                  <a:pt x="5336667" y="27432"/>
                </a:cubicBezTo>
                <a:cubicBezTo>
                  <a:pt x="5098775" y="11237"/>
                  <a:pt x="4837534" y="41882"/>
                  <a:pt x="4574286" y="27432"/>
                </a:cubicBezTo>
                <a:cubicBezTo>
                  <a:pt x="4311038" y="12982"/>
                  <a:pt x="4126419" y="26678"/>
                  <a:pt x="3917061" y="27432"/>
                </a:cubicBezTo>
                <a:cubicBezTo>
                  <a:pt x="3707704" y="28186"/>
                  <a:pt x="3657291" y="40087"/>
                  <a:pt x="3575304" y="27432"/>
                </a:cubicBezTo>
                <a:cubicBezTo>
                  <a:pt x="3493317" y="14777"/>
                  <a:pt x="3185226" y="45867"/>
                  <a:pt x="3023235" y="27432"/>
                </a:cubicBezTo>
                <a:cubicBezTo>
                  <a:pt x="2861244" y="8997"/>
                  <a:pt x="2597085" y="35801"/>
                  <a:pt x="2260854" y="27432"/>
                </a:cubicBezTo>
                <a:cubicBezTo>
                  <a:pt x="1924623" y="19063"/>
                  <a:pt x="1996678" y="15705"/>
                  <a:pt x="1813941" y="27432"/>
                </a:cubicBezTo>
                <a:cubicBezTo>
                  <a:pt x="1631204" y="39159"/>
                  <a:pt x="1187542" y="49167"/>
                  <a:pt x="946404" y="27432"/>
                </a:cubicBezTo>
                <a:cubicBezTo>
                  <a:pt x="705266" y="5697"/>
                  <a:pt x="404743" y="28229"/>
                  <a:pt x="0" y="27432"/>
                </a:cubicBezTo>
                <a:cubicBezTo>
                  <a:pt x="244" y="15297"/>
                  <a:pt x="645" y="7129"/>
                  <a:pt x="0" y="0"/>
                </a:cubicBezTo>
                <a:close/>
              </a:path>
              <a:path extrusionOk="0" h="27432" w="1051560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15650" y="5798"/>
                  <a:pt x="10515903" y="19375"/>
                  <a:pt x="10515600" y="27432"/>
                </a:cubicBezTo>
                <a:cubicBezTo>
                  <a:pt x="10304538" y="42307"/>
                  <a:pt x="10069280" y="3335"/>
                  <a:pt x="9753219" y="27432"/>
                </a:cubicBezTo>
                <a:cubicBezTo>
                  <a:pt x="9437158" y="51529"/>
                  <a:pt x="9488415" y="23852"/>
                  <a:pt x="9411462" y="27432"/>
                </a:cubicBezTo>
                <a:cubicBezTo>
                  <a:pt x="9334509" y="31012"/>
                  <a:pt x="9183755" y="44107"/>
                  <a:pt x="8964549" y="27432"/>
                </a:cubicBezTo>
                <a:cubicBezTo>
                  <a:pt x="8745343" y="10757"/>
                  <a:pt x="8279150" y="61693"/>
                  <a:pt x="8097012" y="27432"/>
                </a:cubicBezTo>
                <a:cubicBezTo>
                  <a:pt x="7914874" y="-6829"/>
                  <a:pt x="7608717" y="59556"/>
                  <a:pt x="7439787" y="27432"/>
                </a:cubicBezTo>
                <a:cubicBezTo>
                  <a:pt x="7270858" y="-4692"/>
                  <a:pt x="7154492" y="27026"/>
                  <a:pt x="6992874" y="27432"/>
                </a:cubicBezTo>
                <a:cubicBezTo>
                  <a:pt x="6831256" y="27838"/>
                  <a:pt x="6536817" y="51174"/>
                  <a:pt x="6335649" y="27432"/>
                </a:cubicBezTo>
                <a:cubicBezTo>
                  <a:pt x="6134481" y="3690"/>
                  <a:pt x="6097824" y="11070"/>
                  <a:pt x="5993892" y="27432"/>
                </a:cubicBezTo>
                <a:cubicBezTo>
                  <a:pt x="5889960" y="43794"/>
                  <a:pt x="5793821" y="34098"/>
                  <a:pt x="5652135" y="27432"/>
                </a:cubicBezTo>
                <a:cubicBezTo>
                  <a:pt x="5510449" y="20766"/>
                  <a:pt x="5168382" y="-3650"/>
                  <a:pt x="4994910" y="27432"/>
                </a:cubicBezTo>
                <a:cubicBezTo>
                  <a:pt x="4821439" y="58514"/>
                  <a:pt x="4653937" y="21362"/>
                  <a:pt x="4547997" y="27432"/>
                </a:cubicBezTo>
                <a:cubicBezTo>
                  <a:pt x="4442057" y="33502"/>
                  <a:pt x="4153363" y="33024"/>
                  <a:pt x="3785616" y="27432"/>
                </a:cubicBezTo>
                <a:cubicBezTo>
                  <a:pt x="3417869" y="21840"/>
                  <a:pt x="3544908" y="29840"/>
                  <a:pt x="3338703" y="27432"/>
                </a:cubicBezTo>
                <a:cubicBezTo>
                  <a:pt x="3132498" y="25024"/>
                  <a:pt x="2782152" y="45947"/>
                  <a:pt x="2576322" y="27432"/>
                </a:cubicBezTo>
                <a:cubicBezTo>
                  <a:pt x="2370492" y="8917"/>
                  <a:pt x="2347214" y="14129"/>
                  <a:pt x="2234565" y="27432"/>
                </a:cubicBezTo>
                <a:cubicBezTo>
                  <a:pt x="2121916" y="40735"/>
                  <a:pt x="1785921" y="49081"/>
                  <a:pt x="1472184" y="27432"/>
                </a:cubicBezTo>
                <a:cubicBezTo>
                  <a:pt x="1158447" y="5783"/>
                  <a:pt x="1203910" y="37937"/>
                  <a:pt x="1025271" y="27432"/>
                </a:cubicBezTo>
                <a:cubicBezTo>
                  <a:pt x="846632" y="16927"/>
                  <a:pt x="846577" y="17996"/>
                  <a:pt x="683514" y="27432"/>
                </a:cubicBezTo>
                <a:cubicBezTo>
                  <a:pt x="520451" y="36868"/>
                  <a:pt x="320799" y="46677"/>
                  <a:pt x="0" y="27432"/>
                </a:cubicBezTo>
                <a:cubicBezTo>
                  <a:pt x="-510" y="19859"/>
                  <a:pt x="-1106" y="11474"/>
                  <a:pt x="0" y="0"/>
                </a:cubicBezTo>
                <a:close/>
              </a:path>
            </a:pathLst>
          </a:custGeom>
          <a:solidFill>
            <a:schemeClr val="dk1"/>
          </a:solidFill>
          <a:ln cap="rnd" cmpd="sng" w="381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41" name="Google Shape;141;p19"/>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42" name="Google Shape;142;p19"/>
          <p:cNvSpPr txBox="1"/>
          <p:nvPr>
            <p:ph type="title"/>
          </p:nvPr>
        </p:nvSpPr>
        <p:spPr>
          <a:xfrm>
            <a:off x="572493" y="238539"/>
            <a:ext cx="11047013" cy="1434415"/>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500"/>
              <a:buFont typeface="Arial"/>
              <a:buNone/>
            </a:pPr>
            <a:br>
              <a:rPr b="1" i="0" lang="en-US" sz="4500" u="none" strike="noStrike"/>
            </a:br>
            <a:r>
              <a:rPr b="1" i="0" lang="en-US" sz="4500" u="none" strike="noStrike"/>
              <a:t>   </a:t>
            </a:r>
            <a:r>
              <a:rPr b="0" i="0" lang="en-US" sz="4500" u="none" strike="noStrike"/>
              <a:t>L293 MOTOR DRIVER </a:t>
            </a:r>
            <a:endParaRPr sz="4500"/>
          </a:p>
        </p:txBody>
      </p:sp>
      <p:sp>
        <p:nvSpPr>
          <p:cNvPr id="143" name="Google Shape;143;p19"/>
          <p:cNvSpPr/>
          <p:nvPr/>
        </p:nvSpPr>
        <p:spPr>
          <a:xfrm>
            <a:off x="572494" y="1817073"/>
            <a:ext cx="11018520" cy="18288"/>
          </a:xfrm>
          <a:custGeom>
            <a:rect b="b" l="l" r="r" t="t"/>
            <a:pathLst>
              <a:path extrusionOk="0" fill="none" h="18288" w="11018520">
                <a:moveTo>
                  <a:pt x="0" y="0"/>
                </a:moveTo>
                <a:cubicBezTo>
                  <a:pt x="176840" y="19448"/>
                  <a:pt x="369510" y="1686"/>
                  <a:pt x="468287" y="0"/>
                </a:cubicBezTo>
                <a:cubicBezTo>
                  <a:pt x="567064" y="-1686"/>
                  <a:pt x="844925" y="28710"/>
                  <a:pt x="1156945" y="0"/>
                </a:cubicBezTo>
                <a:cubicBezTo>
                  <a:pt x="1468965" y="-28710"/>
                  <a:pt x="1755775" y="35306"/>
                  <a:pt x="1955787" y="0"/>
                </a:cubicBezTo>
                <a:cubicBezTo>
                  <a:pt x="2155799" y="-35306"/>
                  <a:pt x="2224532" y="-16632"/>
                  <a:pt x="2313889" y="0"/>
                </a:cubicBezTo>
                <a:cubicBezTo>
                  <a:pt x="2403246" y="16632"/>
                  <a:pt x="2494050" y="6083"/>
                  <a:pt x="2671991" y="0"/>
                </a:cubicBezTo>
                <a:cubicBezTo>
                  <a:pt x="2849932" y="-6083"/>
                  <a:pt x="3354152" y="34614"/>
                  <a:pt x="3581019" y="0"/>
                </a:cubicBezTo>
                <a:cubicBezTo>
                  <a:pt x="3807886" y="-34614"/>
                  <a:pt x="4022451" y="14254"/>
                  <a:pt x="4269677" y="0"/>
                </a:cubicBezTo>
                <a:cubicBezTo>
                  <a:pt x="4516903" y="-14254"/>
                  <a:pt x="4514495" y="-13291"/>
                  <a:pt x="4627778" y="0"/>
                </a:cubicBezTo>
                <a:cubicBezTo>
                  <a:pt x="4741061" y="13291"/>
                  <a:pt x="5120758" y="-22660"/>
                  <a:pt x="5316436" y="0"/>
                </a:cubicBezTo>
                <a:cubicBezTo>
                  <a:pt x="5512114" y="22660"/>
                  <a:pt x="5812155" y="-9513"/>
                  <a:pt x="6225464" y="0"/>
                </a:cubicBezTo>
                <a:cubicBezTo>
                  <a:pt x="6638773" y="9513"/>
                  <a:pt x="6545417" y="2479"/>
                  <a:pt x="6803936" y="0"/>
                </a:cubicBezTo>
                <a:cubicBezTo>
                  <a:pt x="7062455" y="-2479"/>
                  <a:pt x="7245098" y="-20209"/>
                  <a:pt x="7382408" y="0"/>
                </a:cubicBezTo>
                <a:cubicBezTo>
                  <a:pt x="7519718" y="20209"/>
                  <a:pt x="7801947" y="19736"/>
                  <a:pt x="8071066" y="0"/>
                </a:cubicBezTo>
                <a:cubicBezTo>
                  <a:pt x="8340185" y="-19736"/>
                  <a:pt x="8495312" y="-6666"/>
                  <a:pt x="8869909" y="0"/>
                </a:cubicBezTo>
                <a:cubicBezTo>
                  <a:pt x="9244506" y="6666"/>
                  <a:pt x="9501461" y="-13745"/>
                  <a:pt x="9668751" y="0"/>
                </a:cubicBezTo>
                <a:cubicBezTo>
                  <a:pt x="9836041" y="13745"/>
                  <a:pt x="10607605" y="14143"/>
                  <a:pt x="11018520" y="0"/>
                </a:cubicBezTo>
                <a:cubicBezTo>
                  <a:pt x="11019166" y="4451"/>
                  <a:pt x="11019010" y="9226"/>
                  <a:pt x="11018520" y="18288"/>
                </a:cubicBezTo>
                <a:cubicBezTo>
                  <a:pt x="10834966" y="15274"/>
                  <a:pt x="10754561" y="35250"/>
                  <a:pt x="10550233" y="18288"/>
                </a:cubicBezTo>
                <a:cubicBezTo>
                  <a:pt x="10345905" y="1326"/>
                  <a:pt x="9906342" y="45884"/>
                  <a:pt x="9641205" y="18288"/>
                </a:cubicBezTo>
                <a:cubicBezTo>
                  <a:pt x="9376068" y="-9308"/>
                  <a:pt x="9177188" y="43988"/>
                  <a:pt x="8952548" y="18288"/>
                </a:cubicBezTo>
                <a:cubicBezTo>
                  <a:pt x="8727908" y="-7412"/>
                  <a:pt x="8707007" y="3271"/>
                  <a:pt x="8594446" y="18288"/>
                </a:cubicBezTo>
                <a:cubicBezTo>
                  <a:pt x="8481885" y="33305"/>
                  <a:pt x="8175004" y="35109"/>
                  <a:pt x="7905788" y="18288"/>
                </a:cubicBezTo>
                <a:cubicBezTo>
                  <a:pt x="7636572" y="1467"/>
                  <a:pt x="7535638" y="7399"/>
                  <a:pt x="7327316" y="18288"/>
                </a:cubicBezTo>
                <a:cubicBezTo>
                  <a:pt x="7118994" y="29177"/>
                  <a:pt x="6978247" y="47205"/>
                  <a:pt x="6748844" y="18288"/>
                </a:cubicBezTo>
                <a:cubicBezTo>
                  <a:pt x="6519441" y="-10629"/>
                  <a:pt x="6459241" y="43308"/>
                  <a:pt x="6170371" y="18288"/>
                </a:cubicBezTo>
                <a:cubicBezTo>
                  <a:pt x="5881501" y="-6732"/>
                  <a:pt x="5736201" y="35971"/>
                  <a:pt x="5591899" y="18288"/>
                </a:cubicBezTo>
                <a:cubicBezTo>
                  <a:pt x="5447597" y="605"/>
                  <a:pt x="4990303" y="20409"/>
                  <a:pt x="4793056" y="18288"/>
                </a:cubicBezTo>
                <a:cubicBezTo>
                  <a:pt x="4595809" y="16167"/>
                  <a:pt x="4271723" y="2909"/>
                  <a:pt x="4104399" y="18288"/>
                </a:cubicBezTo>
                <a:cubicBezTo>
                  <a:pt x="3937075" y="33667"/>
                  <a:pt x="3923235" y="10730"/>
                  <a:pt x="3746297" y="18288"/>
                </a:cubicBezTo>
                <a:cubicBezTo>
                  <a:pt x="3569359" y="25846"/>
                  <a:pt x="3351081" y="24702"/>
                  <a:pt x="3167825" y="18288"/>
                </a:cubicBezTo>
                <a:cubicBezTo>
                  <a:pt x="2984569" y="11874"/>
                  <a:pt x="2708033" y="13293"/>
                  <a:pt x="2368982" y="18288"/>
                </a:cubicBezTo>
                <a:cubicBezTo>
                  <a:pt x="2029931" y="23283"/>
                  <a:pt x="2009060" y="37671"/>
                  <a:pt x="1900695" y="18288"/>
                </a:cubicBezTo>
                <a:cubicBezTo>
                  <a:pt x="1792330" y="-1095"/>
                  <a:pt x="1183178" y="9337"/>
                  <a:pt x="991667" y="18288"/>
                </a:cubicBezTo>
                <a:cubicBezTo>
                  <a:pt x="800156" y="27239"/>
                  <a:pt x="375690" y="34110"/>
                  <a:pt x="0" y="18288"/>
                </a:cubicBezTo>
                <a:cubicBezTo>
                  <a:pt x="-213" y="9468"/>
                  <a:pt x="187" y="4459"/>
                  <a:pt x="0" y="0"/>
                </a:cubicBezTo>
                <a:close/>
              </a:path>
              <a:path extrusionOk="0" h="18288" w="11018520">
                <a:moveTo>
                  <a:pt x="0" y="0"/>
                </a:moveTo>
                <a:cubicBezTo>
                  <a:pt x="266588" y="-23405"/>
                  <a:pt x="350503" y="-27031"/>
                  <a:pt x="578472" y="0"/>
                </a:cubicBezTo>
                <a:cubicBezTo>
                  <a:pt x="806441" y="27031"/>
                  <a:pt x="803976" y="13604"/>
                  <a:pt x="936574" y="0"/>
                </a:cubicBezTo>
                <a:cubicBezTo>
                  <a:pt x="1069172" y="-13604"/>
                  <a:pt x="1661335" y="-31902"/>
                  <a:pt x="1845602" y="0"/>
                </a:cubicBezTo>
                <a:cubicBezTo>
                  <a:pt x="2029869" y="31902"/>
                  <a:pt x="2273452" y="17005"/>
                  <a:pt x="2424074" y="0"/>
                </a:cubicBezTo>
                <a:cubicBezTo>
                  <a:pt x="2574696" y="-17005"/>
                  <a:pt x="2790864" y="-28133"/>
                  <a:pt x="3002547" y="0"/>
                </a:cubicBezTo>
                <a:cubicBezTo>
                  <a:pt x="3214230" y="28133"/>
                  <a:pt x="3605033" y="-14934"/>
                  <a:pt x="3911575" y="0"/>
                </a:cubicBezTo>
                <a:cubicBezTo>
                  <a:pt x="4218117" y="14934"/>
                  <a:pt x="4198004" y="3604"/>
                  <a:pt x="4379862" y="0"/>
                </a:cubicBezTo>
                <a:cubicBezTo>
                  <a:pt x="4561720" y="-3604"/>
                  <a:pt x="4941151" y="-37368"/>
                  <a:pt x="5288890" y="0"/>
                </a:cubicBezTo>
                <a:cubicBezTo>
                  <a:pt x="5636629" y="37368"/>
                  <a:pt x="6011513" y="-33898"/>
                  <a:pt x="6197918" y="0"/>
                </a:cubicBezTo>
                <a:cubicBezTo>
                  <a:pt x="6384323" y="33898"/>
                  <a:pt x="6555799" y="11241"/>
                  <a:pt x="6886575" y="0"/>
                </a:cubicBezTo>
                <a:cubicBezTo>
                  <a:pt x="7217351" y="-11241"/>
                  <a:pt x="7604472" y="-44614"/>
                  <a:pt x="7795603" y="0"/>
                </a:cubicBezTo>
                <a:cubicBezTo>
                  <a:pt x="7986734" y="44614"/>
                  <a:pt x="8098870" y="-11086"/>
                  <a:pt x="8374075" y="0"/>
                </a:cubicBezTo>
                <a:cubicBezTo>
                  <a:pt x="8649280" y="11086"/>
                  <a:pt x="8701749" y="-25020"/>
                  <a:pt x="8952548" y="0"/>
                </a:cubicBezTo>
                <a:cubicBezTo>
                  <a:pt x="9203347" y="25020"/>
                  <a:pt x="9519297" y="4274"/>
                  <a:pt x="9751390" y="0"/>
                </a:cubicBezTo>
                <a:cubicBezTo>
                  <a:pt x="9983483" y="-4274"/>
                  <a:pt x="10169881" y="16480"/>
                  <a:pt x="10329863" y="0"/>
                </a:cubicBezTo>
                <a:cubicBezTo>
                  <a:pt x="10489845" y="-16480"/>
                  <a:pt x="10750941" y="-9727"/>
                  <a:pt x="11018520" y="0"/>
                </a:cubicBezTo>
                <a:cubicBezTo>
                  <a:pt x="11018113" y="8690"/>
                  <a:pt x="11018366" y="14141"/>
                  <a:pt x="11018520" y="18288"/>
                </a:cubicBezTo>
                <a:cubicBezTo>
                  <a:pt x="10841176" y="-3597"/>
                  <a:pt x="10399304" y="41504"/>
                  <a:pt x="10219677" y="18288"/>
                </a:cubicBezTo>
                <a:cubicBezTo>
                  <a:pt x="10040050" y="-4928"/>
                  <a:pt x="10030762" y="16144"/>
                  <a:pt x="9861575" y="18288"/>
                </a:cubicBezTo>
                <a:cubicBezTo>
                  <a:pt x="9692388" y="20432"/>
                  <a:pt x="9529439" y="40380"/>
                  <a:pt x="9393288" y="18288"/>
                </a:cubicBezTo>
                <a:cubicBezTo>
                  <a:pt x="9257137" y="-3804"/>
                  <a:pt x="8825003" y="25592"/>
                  <a:pt x="8484260" y="18288"/>
                </a:cubicBezTo>
                <a:cubicBezTo>
                  <a:pt x="8143517" y="10984"/>
                  <a:pt x="8082894" y="45968"/>
                  <a:pt x="7795603" y="18288"/>
                </a:cubicBezTo>
                <a:cubicBezTo>
                  <a:pt x="7508312" y="-9392"/>
                  <a:pt x="7466074" y="19486"/>
                  <a:pt x="7327316" y="18288"/>
                </a:cubicBezTo>
                <a:cubicBezTo>
                  <a:pt x="7188558" y="17090"/>
                  <a:pt x="6869645" y="4657"/>
                  <a:pt x="6638658" y="18288"/>
                </a:cubicBezTo>
                <a:cubicBezTo>
                  <a:pt x="6407671" y="31919"/>
                  <a:pt x="6359238" y="35967"/>
                  <a:pt x="6280556" y="18288"/>
                </a:cubicBezTo>
                <a:cubicBezTo>
                  <a:pt x="6201874" y="609"/>
                  <a:pt x="6041216" y="22404"/>
                  <a:pt x="5922455" y="18288"/>
                </a:cubicBezTo>
                <a:cubicBezTo>
                  <a:pt x="5803694" y="14172"/>
                  <a:pt x="5555521" y="48848"/>
                  <a:pt x="5233797" y="18288"/>
                </a:cubicBezTo>
                <a:cubicBezTo>
                  <a:pt x="4912073" y="-12272"/>
                  <a:pt x="4986440" y="-2740"/>
                  <a:pt x="4765510" y="18288"/>
                </a:cubicBezTo>
                <a:cubicBezTo>
                  <a:pt x="4544580" y="39316"/>
                  <a:pt x="4177715" y="18248"/>
                  <a:pt x="3966667" y="18288"/>
                </a:cubicBezTo>
                <a:cubicBezTo>
                  <a:pt x="3755619" y="18328"/>
                  <a:pt x="3664519" y="22387"/>
                  <a:pt x="3498380" y="18288"/>
                </a:cubicBezTo>
                <a:cubicBezTo>
                  <a:pt x="3332241" y="14189"/>
                  <a:pt x="3065858" y="-7524"/>
                  <a:pt x="2699537" y="18288"/>
                </a:cubicBezTo>
                <a:cubicBezTo>
                  <a:pt x="2333216" y="44100"/>
                  <a:pt x="2505666" y="4650"/>
                  <a:pt x="2341436" y="18288"/>
                </a:cubicBezTo>
                <a:cubicBezTo>
                  <a:pt x="2177206" y="31926"/>
                  <a:pt x="1790164" y="19880"/>
                  <a:pt x="1542593" y="18288"/>
                </a:cubicBezTo>
                <a:cubicBezTo>
                  <a:pt x="1295022" y="16696"/>
                  <a:pt x="1218012" y="39325"/>
                  <a:pt x="1074306" y="18288"/>
                </a:cubicBezTo>
                <a:cubicBezTo>
                  <a:pt x="930600" y="-2749"/>
                  <a:pt x="797266" y="24589"/>
                  <a:pt x="716204" y="18288"/>
                </a:cubicBezTo>
                <a:cubicBezTo>
                  <a:pt x="635142" y="11987"/>
                  <a:pt x="344503" y="41396"/>
                  <a:pt x="0" y="18288"/>
                </a:cubicBezTo>
                <a:cubicBezTo>
                  <a:pt x="-53" y="11301"/>
                  <a:pt x="-649" y="7756"/>
                  <a:pt x="0" y="0"/>
                </a:cubicBezTo>
                <a:close/>
              </a:path>
            </a:pathLst>
          </a:custGeom>
          <a:solidFill>
            <a:srgbClr val="E5BC7B"/>
          </a:solidFill>
          <a:ln cap="rnd" cmpd="sng" w="38100">
            <a:solidFill>
              <a:srgbClr val="E5BC7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descr="Motor Driver L293D - Tutorials" id="144" name="Google Shape;144;p19"/>
          <p:cNvPicPr preferRelativeResize="0"/>
          <p:nvPr/>
        </p:nvPicPr>
        <p:blipFill rotWithShape="1">
          <a:blip r:embed="rId3">
            <a:alphaModFix/>
          </a:blip>
          <a:srcRect b="1" l="18917" r="17058" t="0"/>
          <a:stretch/>
        </p:blipFill>
        <p:spPr>
          <a:xfrm>
            <a:off x="572492" y="2002056"/>
            <a:ext cx="3943849" cy="4184060"/>
          </a:xfrm>
          <a:custGeom>
            <a:rect b="b" l="l" r="r" t="t"/>
            <a:pathLst>
              <a:path extrusionOk="0" h="6307845" w="3807743">
                <a:moveTo>
                  <a:pt x="723201" y="386"/>
                </a:moveTo>
                <a:cubicBezTo>
                  <a:pt x="853884" y="-4204"/>
                  <a:pt x="1013493" y="33912"/>
                  <a:pt x="1176100" y="22622"/>
                </a:cubicBezTo>
                <a:cubicBezTo>
                  <a:pt x="1230302" y="18859"/>
                  <a:pt x="1281736" y="20622"/>
                  <a:pt x="1331852" y="24473"/>
                </a:cubicBezTo>
                <a:lnTo>
                  <a:pt x="1439547" y="34944"/>
                </a:lnTo>
                <a:lnTo>
                  <a:pt x="1484197" y="36226"/>
                </a:lnTo>
                <a:cubicBezTo>
                  <a:pt x="1535166" y="35421"/>
                  <a:pt x="1586369" y="31625"/>
                  <a:pt x="1636625" y="22622"/>
                </a:cubicBezTo>
                <a:cubicBezTo>
                  <a:pt x="1686882" y="13619"/>
                  <a:pt x="1729837" y="10653"/>
                  <a:pt x="1768740" y="10885"/>
                </a:cubicBezTo>
                <a:lnTo>
                  <a:pt x="1829538" y="15086"/>
                </a:lnTo>
                <a:lnTo>
                  <a:pt x="1869968" y="7996"/>
                </a:lnTo>
                <a:cubicBezTo>
                  <a:pt x="1953577" y="-31"/>
                  <a:pt x="2036989" y="9808"/>
                  <a:pt x="2112925" y="20118"/>
                </a:cubicBezTo>
                <a:lnTo>
                  <a:pt x="2119331" y="20977"/>
                </a:lnTo>
                <a:lnTo>
                  <a:pt x="2221855" y="13374"/>
                </a:lnTo>
                <a:cubicBezTo>
                  <a:pt x="2261207" y="12845"/>
                  <a:pt x="2298379" y="14359"/>
                  <a:pt x="2333484" y="16393"/>
                </a:cubicBezTo>
                <a:lnTo>
                  <a:pt x="2372613" y="18812"/>
                </a:lnTo>
                <a:lnTo>
                  <a:pt x="2404945" y="9387"/>
                </a:lnTo>
                <a:cubicBezTo>
                  <a:pt x="2452532" y="1754"/>
                  <a:pt x="2506192" y="9333"/>
                  <a:pt x="2561622" y="17814"/>
                </a:cubicBezTo>
                <a:lnTo>
                  <a:pt x="2583950" y="20591"/>
                </a:lnTo>
                <a:lnTo>
                  <a:pt x="2643527" y="20319"/>
                </a:lnTo>
                <a:cubicBezTo>
                  <a:pt x="2669677" y="20426"/>
                  <a:pt x="2697963" y="20717"/>
                  <a:pt x="2727392" y="21103"/>
                </a:cubicBezTo>
                <a:lnTo>
                  <a:pt x="2786908" y="21989"/>
                </a:lnTo>
                <a:lnTo>
                  <a:pt x="2846459" y="13267"/>
                </a:lnTo>
                <a:cubicBezTo>
                  <a:pt x="2896401" y="10176"/>
                  <a:pt x="2960607" y="12733"/>
                  <a:pt x="3036361" y="17072"/>
                </a:cubicBezTo>
                <a:lnTo>
                  <a:pt x="3129100" y="22671"/>
                </a:lnTo>
                <a:lnTo>
                  <a:pt x="3130653" y="22622"/>
                </a:lnTo>
                <a:cubicBezTo>
                  <a:pt x="3178874" y="19804"/>
                  <a:pt x="3260845" y="26231"/>
                  <a:pt x="3352422" y="32691"/>
                </a:cubicBezTo>
                <a:lnTo>
                  <a:pt x="3362608" y="33356"/>
                </a:lnTo>
                <a:lnTo>
                  <a:pt x="3446036" y="35579"/>
                </a:lnTo>
                <a:cubicBezTo>
                  <a:pt x="3550323" y="36566"/>
                  <a:pt x="3662083" y="33535"/>
                  <a:pt x="3778601" y="22622"/>
                </a:cubicBezTo>
                <a:cubicBezTo>
                  <a:pt x="3793981" y="243672"/>
                  <a:pt x="3764152" y="318695"/>
                  <a:pt x="3778601" y="467157"/>
                </a:cubicBezTo>
                <a:cubicBezTo>
                  <a:pt x="3790077" y="557563"/>
                  <a:pt x="3783697" y="684218"/>
                  <a:pt x="3777639" y="811856"/>
                </a:cubicBezTo>
                <a:lnTo>
                  <a:pt x="3773760" y="922625"/>
                </a:lnTo>
                <a:lnTo>
                  <a:pt x="3778601" y="974384"/>
                </a:lnTo>
                <a:cubicBezTo>
                  <a:pt x="3785784" y="1003717"/>
                  <a:pt x="3785160" y="1041120"/>
                  <a:pt x="3781239" y="1085904"/>
                </a:cubicBezTo>
                <a:lnTo>
                  <a:pt x="3776107" y="1132519"/>
                </a:lnTo>
                <a:lnTo>
                  <a:pt x="3778601" y="1162456"/>
                </a:lnTo>
                <a:cubicBezTo>
                  <a:pt x="3791360" y="1256797"/>
                  <a:pt x="3774958" y="1367020"/>
                  <a:pt x="3763568" y="1469787"/>
                </a:cubicBezTo>
                <a:lnTo>
                  <a:pt x="3758806" y="1520515"/>
                </a:lnTo>
                <a:lnTo>
                  <a:pt x="3760417" y="1549437"/>
                </a:lnTo>
                <a:cubicBezTo>
                  <a:pt x="3764298" y="1588133"/>
                  <a:pt x="3770171" y="1628243"/>
                  <a:pt x="3778601" y="1669683"/>
                </a:cubicBezTo>
                <a:cubicBezTo>
                  <a:pt x="3846039" y="2001203"/>
                  <a:pt x="3774784" y="2142285"/>
                  <a:pt x="3778601" y="2364982"/>
                </a:cubicBezTo>
                <a:lnTo>
                  <a:pt x="3776565" y="2406088"/>
                </a:lnTo>
                <a:lnTo>
                  <a:pt x="3778601" y="2427673"/>
                </a:lnTo>
                <a:cubicBezTo>
                  <a:pt x="3821357" y="2695960"/>
                  <a:pt x="3735684" y="2699438"/>
                  <a:pt x="3778601" y="2809517"/>
                </a:cubicBezTo>
                <a:cubicBezTo>
                  <a:pt x="3789330" y="2837037"/>
                  <a:pt x="3791666" y="2872927"/>
                  <a:pt x="3789892" y="2914654"/>
                </a:cubicBezTo>
                <a:lnTo>
                  <a:pt x="3784971" y="2966248"/>
                </a:lnTo>
                <a:lnTo>
                  <a:pt x="3796722" y="3024078"/>
                </a:lnTo>
                <a:cubicBezTo>
                  <a:pt x="3809238" y="3115139"/>
                  <a:pt x="3806232" y="3210898"/>
                  <a:pt x="3799338" y="3302850"/>
                </a:cubicBezTo>
                <a:lnTo>
                  <a:pt x="3787405" y="3438354"/>
                </a:lnTo>
                <a:lnTo>
                  <a:pt x="3790719" y="3460532"/>
                </a:lnTo>
                <a:cubicBezTo>
                  <a:pt x="3797323" y="3541872"/>
                  <a:pt x="3789007" y="3624193"/>
                  <a:pt x="3780361" y="3709762"/>
                </a:cubicBezTo>
                <a:lnTo>
                  <a:pt x="3780169" y="3712283"/>
                </a:lnTo>
                <a:lnTo>
                  <a:pt x="3781239" y="3768266"/>
                </a:lnTo>
                <a:cubicBezTo>
                  <a:pt x="3780994" y="3815588"/>
                  <a:pt x="3779902" y="3863939"/>
                  <a:pt x="3778794" y="3912511"/>
                </a:cubicBezTo>
                <a:lnTo>
                  <a:pt x="3776324" y="4054010"/>
                </a:lnTo>
                <a:lnTo>
                  <a:pt x="3778601" y="4074733"/>
                </a:lnTo>
                <a:cubicBezTo>
                  <a:pt x="3822365" y="4336760"/>
                  <a:pt x="3765189" y="4482586"/>
                  <a:pt x="3778601" y="4644650"/>
                </a:cubicBezTo>
                <a:cubicBezTo>
                  <a:pt x="3781954" y="4685166"/>
                  <a:pt x="3782850" y="4718916"/>
                  <a:pt x="3782504" y="4749344"/>
                </a:cubicBezTo>
                <a:lnTo>
                  <a:pt x="3780512" y="4796832"/>
                </a:lnTo>
                <a:lnTo>
                  <a:pt x="3786260" y="4877451"/>
                </a:lnTo>
                <a:cubicBezTo>
                  <a:pt x="3786165" y="4918212"/>
                  <a:pt x="3784020" y="4964155"/>
                  <a:pt x="3781623" y="5015963"/>
                </a:cubicBezTo>
                <a:lnTo>
                  <a:pt x="3779076" y="5087925"/>
                </a:lnTo>
                <a:lnTo>
                  <a:pt x="3779599" y="5155456"/>
                </a:lnTo>
                <a:lnTo>
                  <a:pt x="3775907" y="5219073"/>
                </a:lnTo>
                <a:lnTo>
                  <a:pt x="3778601" y="5402640"/>
                </a:lnTo>
                <a:cubicBezTo>
                  <a:pt x="3780494" y="5441637"/>
                  <a:pt x="3781680" y="5475146"/>
                  <a:pt x="3782335" y="5504141"/>
                </a:cubicBezTo>
                <a:lnTo>
                  <a:pt x="3782798" y="5566951"/>
                </a:lnTo>
                <a:lnTo>
                  <a:pt x="3786885" y="5599303"/>
                </a:lnTo>
                <a:cubicBezTo>
                  <a:pt x="3799534" y="5776838"/>
                  <a:pt x="3769350" y="6111156"/>
                  <a:pt x="3778601" y="6291711"/>
                </a:cubicBezTo>
                <a:cubicBezTo>
                  <a:pt x="3687392" y="6306733"/>
                  <a:pt x="3632350" y="6304889"/>
                  <a:pt x="3574752" y="6300212"/>
                </a:cubicBezTo>
                <a:lnTo>
                  <a:pt x="3545837" y="6297718"/>
                </a:lnTo>
                <a:lnTo>
                  <a:pt x="3527963" y="6296834"/>
                </a:lnTo>
                <a:cubicBezTo>
                  <a:pt x="3482151" y="6294419"/>
                  <a:pt x="3430025" y="6291672"/>
                  <a:pt x="3355561" y="6291711"/>
                </a:cubicBezTo>
                <a:cubicBezTo>
                  <a:pt x="3304843" y="6293555"/>
                  <a:pt x="3262749" y="6292377"/>
                  <a:pt x="3225711" y="6290098"/>
                </a:cubicBezTo>
                <a:lnTo>
                  <a:pt x="3218247" y="6289525"/>
                </a:lnTo>
                <a:lnTo>
                  <a:pt x="3198550" y="6289212"/>
                </a:lnTo>
                <a:cubicBezTo>
                  <a:pt x="3144315" y="6287803"/>
                  <a:pt x="3088976" y="6286105"/>
                  <a:pt x="3034921" y="6284968"/>
                </a:cubicBezTo>
                <a:lnTo>
                  <a:pt x="2973802" y="6284626"/>
                </a:lnTo>
                <a:lnTo>
                  <a:pt x="2932520" y="6291711"/>
                </a:lnTo>
                <a:cubicBezTo>
                  <a:pt x="2893699" y="6300111"/>
                  <a:pt x="2847670" y="6301992"/>
                  <a:pt x="2797581" y="6300669"/>
                </a:cubicBezTo>
                <a:lnTo>
                  <a:pt x="2672392" y="6292599"/>
                </a:lnTo>
                <a:lnTo>
                  <a:pt x="2629726" y="6293120"/>
                </a:lnTo>
                <a:lnTo>
                  <a:pt x="2540544" y="6284698"/>
                </a:lnTo>
                <a:lnTo>
                  <a:pt x="2473475" y="6280786"/>
                </a:lnTo>
                <a:cubicBezTo>
                  <a:pt x="2419724" y="6279900"/>
                  <a:pt x="2368202" y="6282437"/>
                  <a:pt x="2322057" y="6291711"/>
                </a:cubicBezTo>
                <a:cubicBezTo>
                  <a:pt x="2275912" y="6300985"/>
                  <a:pt x="2236301" y="6305003"/>
                  <a:pt x="2199195" y="6305968"/>
                </a:cubicBezTo>
                <a:lnTo>
                  <a:pt x="2094190" y="6302012"/>
                </a:lnTo>
                <a:lnTo>
                  <a:pt x="2029724" y="6307766"/>
                </a:lnTo>
                <a:cubicBezTo>
                  <a:pt x="1971866" y="6308389"/>
                  <a:pt x="1916420" y="6305265"/>
                  <a:pt x="1864312" y="6301339"/>
                </a:cubicBezTo>
                <a:lnTo>
                  <a:pt x="1761307" y="6293375"/>
                </a:lnTo>
                <a:lnTo>
                  <a:pt x="1745972" y="6293782"/>
                </a:lnTo>
                <a:cubicBezTo>
                  <a:pt x="1699734" y="6294177"/>
                  <a:pt x="1664143" y="6292827"/>
                  <a:pt x="1633352" y="6291083"/>
                </a:cubicBezTo>
                <a:lnTo>
                  <a:pt x="1621369" y="6290324"/>
                </a:lnTo>
                <a:lnTo>
                  <a:pt x="1599140" y="6291711"/>
                </a:lnTo>
                <a:cubicBezTo>
                  <a:pt x="1564093" y="6296354"/>
                  <a:pt x="1527169" y="6296254"/>
                  <a:pt x="1488567" y="6294097"/>
                </a:cubicBezTo>
                <a:lnTo>
                  <a:pt x="1429716" y="6289243"/>
                </a:lnTo>
                <a:lnTo>
                  <a:pt x="1401008" y="6291711"/>
                </a:lnTo>
                <a:cubicBezTo>
                  <a:pt x="1314301" y="6301163"/>
                  <a:pt x="1222976" y="6299856"/>
                  <a:pt x="1127367" y="6296839"/>
                </a:cubicBezTo>
                <a:lnTo>
                  <a:pt x="1062601" y="6295730"/>
                </a:lnTo>
                <a:lnTo>
                  <a:pt x="964991" y="6305909"/>
                </a:lnTo>
                <a:cubicBezTo>
                  <a:pt x="833250" y="6307778"/>
                  <a:pt x="714190" y="6280255"/>
                  <a:pt x="603122" y="6291711"/>
                </a:cubicBezTo>
                <a:cubicBezTo>
                  <a:pt x="455032" y="6306986"/>
                  <a:pt x="261206" y="6260346"/>
                  <a:pt x="30143" y="6291711"/>
                </a:cubicBezTo>
                <a:cubicBezTo>
                  <a:pt x="-1198" y="6167281"/>
                  <a:pt x="7291" y="6044138"/>
                  <a:pt x="19371" y="5934598"/>
                </a:cubicBezTo>
                <a:lnTo>
                  <a:pt x="33559" y="5801663"/>
                </a:lnTo>
                <a:lnTo>
                  <a:pt x="30143" y="5784485"/>
                </a:lnTo>
                <a:cubicBezTo>
                  <a:pt x="7257" y="5691455"/>
                  <a:pt x="7506" y="5585492"/>
                  <a:pt x="13352" y="5476692"/>
                </a:cubicBezTo>
                <a:lnTo>
                  <a:pt x="21882" y="5346809"/>
                </a:lnTo>
                <a:lnTo>
                  <a:pt x="22064" y="5339439"/>
                </a:lnTo>
                <a:lnTo>
                  <a:pt x="29601" y="5166357"/>
                </a:lnTo>
                <a:lnTo>
                  <a:pt x="30143" y="5151877"/>
                </a:lnTo>
                <a:cubicBezTo>
                  <a:pt x="30018" y="5125783"/>
                  <a:pt x="30111" y="5102484"/>
                  <a:pt x="30346" y="5081409"/>
                </a:cubicBezTo>
                <a:lnTo>
                  <a:pt x="30433" y="5076663"/>
                </a:lnTo>
                <a:lnTo>
                  <a:pt x="30143" y="4963804"/>
                </a:lnTo>
                <a:cubicBezTo>
                  <a:pt x="27040" y="4910138"/>
                  <a:pt x="27067" y="4856021"/>
                  <a:pt x="28459" y="4800989"/>
                </a:cubicBezTo>
                <a:lnTo>
                  <a:pt x="30399" y="4750796"/>
                </a:lnTo>
                <a:lnTo>
                  <a:pt x="31514" y="4666872"/>
                </a:lnTo>
                <a:lnTo>
                  <a:pt x="34697" y="4639551"/>
                </a:lnTo>
                <a:lnTo>
                  <a:pt x="34963" y="4632686"/>
                </a:lnTo>
                <a:cubicBezTo>
                  <a:pt x="37318" y="4575362"/>
                  <a:pt x="39271" y="4516661"/>
                  <a:pt x="39056" y="4456118"/>
                </a:cubicBezTo>
                <a:lnTo>
                  <a:pt x="36996" y="4412759"/>
                </a:lnTo>
                <a:lnTo>
                  <a:pt x="30143" y="4388188"/>
                </a:lnTo>
                <a:cubicBezTo>
                  <a:pt x="7389" y="4328002"/>
                  <a:pt x="11492" y="4256950"/>
                  <a:pt x="19232" y="4188739"/>
                </a:cubicBezTo>
                <a:lnTo>
                  <a:pt x="23985" y="4147809"/>
                </a:lnTo>
                <a:lnTo>
                  <a:pt x="23690" y="4087290"/>
                </a:lnTo>
                <a:lnTo>
                  <a:pt x="29097" y="3984687"/>
                </a:lnTo>
                <a:lnTo>
                  <a:pt x="28035" y="3962690"/>
                </a:lnTo>
                <a:cubicBezTo>
                  <a:pt x="28525" y="3945828"/>
                  <a:pt x="30052" y="3926691"/>
                  <a:pt x="32148" y="3905387"/>
                </a:cubicBezTo>
                <a:lnTo>
                  <a:pt x="34754" y="3881032"/>
                </a:lnTo>
                <a:lnTo>
                  <a:pt x="39206" y="3802233"/>
                </a:lnTo>
                <a:cubicBezTo>
                  <a:pt x="39778" y="3763353"/>
                  <a:pt x="37619" y="3728800"/>
                  <a:pt x="30143" y="3698588"/>
                </a:cubicBezTo>
                <a:cubicBezTo>
                  <a:pt x="7714" y="3607954"/>
                  <a:pt x="33117" y="3482508"/>
                  <a:pt x="36579" y="3365983"/>
                </a:cubicBezTo>
                <a:lnTo>
                  <a:pt x="36510" y="3356621"/>
                </a:lnTo>
                <a:lnTo>
                  <a:pt x="30143" y="3311044"/>
                </a:lnTo>
                <a:cubicBezTo>
                  <a:pt x="14271" y="3224157"/>
                  <a:pt x="11445" y="3149243"/>
                  <a:pt x="14856" y="3082749"/>
                </a:cubicBezTo>
                <a:lnTo>
                  <a:pt x="22229" y="3005366"/>
                </a:lnTo>
                <a:lnTo>
                  <a:pt x="27244" y="2895198"/>
                </a:lnTo>
                <a:cubicBezTo>
                  <a:pt x="29143" y="2848776"/>
                  <a:pt x="30527" y="2799531"/>
                  <a:pt x="30143" y="2746826"/>
                </a:cubicBezTo>
                <a:lnTo>
                  <a:pt x="36784" y="2638240"/>
                </a:lnTo>
                <a:lnTo>
                  <a:pt x="30143" y="2615745"/>
                </a:lnTo>
                <a:cubicBezTo>
                  <a:pt x="-20952" y="2495890"/>
                  <a:pt x="17898" y="2340273"/>
                  <a:pt x="37923" y="2201958"/>
                </a:cubicBezTo>
                <a:lnTo>
                  <a:pt x="42734" y="2158379"/>
                </a:lnTo>
                <a:lnTo>
                  <a:pt x="30143" y="2114218"/>
                </a:lnTo>
                <a:cubicBezTo>
                  <a:pt x="2269" y="2040950"/>
                  <a:pt x="-2735" y="1972014"/>
                  <a:pt x="1162" y="1906697"/>
                </a:cubicBezTo>
                <a:lnTo>
                  <a:pt x="6289" y="1854885"/>
                </a:lnTo>
                <a:lnTo>
                  <a:pt x="8053" y="1809168"/>
                </a:lnTo>
                <a:cubicBezTo>
                  <a:pt x="9832" y="1790244"/>
                  <a:pt x="12470" y="1771472"/>
                  <a:pt x="15415" y="1752867"/>
                </a:cubicBezTo>
                <a:lnTo>
                  <a:pt x="30925" y="1652561"/>
                </a:lnTo>
                <a:lnTo>
                  <a:pt x="30143" y="1606992"/>
                </a:lnTo>
                <a:cubicBezTo>
                  <a:pt x="28397" y="1588584"/>
                  <a:pt x="27931" y="1568665"/>
                  <a:pt x="28348" y="1547550"/>
                </a:cubicBezTo>
                <a:lnTo>
                  <a:pt x="29206" y="1531212"/>
                </a:lnTo>
                <a:lnTo>
                  <a:pt x="23637" y="1487282"/>
                </a:lnTo>
                <a:cubicBezTo>
                  <a:pt x="16479" y="1367166"/>
                  <a:pt x="59638" y="1246041"/>
                  <a:pt x="30143" y="1156757"/>
                </a:cubicBezTo>
                <a:cubicBezTo>
                  <a:pt x="21716" y="1131248"/>
                  <a:pt x="18318" y="1090735"/>
                  <a:pt x="17757" y="1041370"/>
                </a:cubicBezTo>
                <a:lnTo>
                  <a:pt x="18463" y="985697"/>
                </a:lnTo>
                <a:lnTo>
                  <a:pt x="16239" y="975915"/>
                </a:lnTo>
                <a:cubicBezTo>
                  <a:pt x="13541" y="957312"/>
                  <a:pt x="12597" y="940330"/>
                  <a:pt x="12862" y="924477"/>
                </a:cubicBezTo>
                <a:lnTo>
                  <a:pt x="23640" y="845857"/>
                </a:lnTo>
                <a:lnTo>
                  <a:pt x="30907" y="688163"/>
                </a:lnTo>
                <a:lnTo>
                  <a:pt x="31375" y="662715"/>
                </a:lnTo>
                <a:lnTo>
                  <a:pt x="30143" y="655230"/>
                </a:lnTo>
                <a:cubicBezTo>
                  <a:pt x="20345" y="615334"/>
                  <a:pt x="17924" y="569960"/>
                  <a:pt x="19185" y="520814"/>
                </a:cubicBezTo>
                <a:lnTo>
                  <a:pt x="26662" y="415314"/>
                </a:lnTo>
                <a:lnTo>
                  <a:pt x="25635" y="383217"/>
                </a:lnTo>
                <a:cubicBezTo>
                  <a:pt x="25461" y="243905"/>
                  <a:pt x="35455" y="113017"/>
                  <a:pt x="30143" y="22622"/>
                </a:cubicBezTo>
                <a:cubicBezTo>
                  <a:pt x="90096" y="13526"/>
                  <a:pt x="146841" y="12585"/>
                  <a:pt x="200495" y="15390"/>
                </a:cubicBezTo>
                <a:lnTo>
                  <a:pt x="324102" y="27794"/>
                </a:lnTo>
                <a:lnTo>
                  <a:pt x="329634" y="27979"/>
                </a:lnTo>
                <a:cubicBezTo>
                  <a:pt x="398332" y="30204"/>
                  <a:pt x="468106" y="31425"/>
                  <a:pt x="551798" y="27886"/>
                </a:cubicBezTo>
                <a:lnTo>
                  <a:pt x="592464" y="25476"/>
                </a:lnTo>
                <a:lnTo>
                  <a:pt x="603122" y="22622"/>
                </a:lnTo>
                <a:cubicBezTo>
                  <a:pt x="639294" y="8191"/>
                  <a:pt x="679641" y="1916"/>
                  <a:pt x="723201" y="386"/>
                </a:cubicBezTo>
                <a:close/>
              </a:path>
            </a:pathLst>
          </a:custGeom>
          <a:noFill/>
          <a:ln>
            <a:noFill/>
          </a:ln>
        </p:spPr>
      </p:pic>
      <p:sp>
        <p:nvSpPr>
          <p:cNvPr id="145" name="Google Shape;145;p19"/>
          <p:cNvSpPr txBox="1"/>
          <p:nvPr>
            <p:ph idx="1" type="body"/>
          </p:nvPr>
        </p:nvSpPr>
        <p:spPr>
          <a:xfrm>
            <a:off x="4905955" y="2071316"/>
            <a:ext cx="6713552" cy="4114800"/>
          </a:xfrm>
          <a:prstGeom prst="rect">
            <a:avLst/>
          </a:prstGeom>
          <a:noFill/>
          <a:ln>
            <a:noFill/>
          </a:ln>
        </p:spPr>
        <p:txBody>
          <a:bodyPr anchorCtr="0" anchor="t" bIns="45700" lIns="91425" spcFirstLastPara="1" rIns="91425" wrap="square" tIns="45700">
            <a:normAutofit/>
          </a:bodyPr>
          <a:lstStyle/>
          <a:p>
            <a:pPr indent="0" lvl="0" marL="0" rtl="0" algn="l">
              <a:lnSpc>
                <a:spcPct val="110000"/>
              </a:lnSpc>
              <a:spcBef>
                <a:spcPts val="0"/>
              </a:spcBef>
              <a:spcAft>
                <a:spcPts val="0"/>
              </a:spcAft>
              <a:buClr>
                <a:schemeClr val="dk1"/>
              </a:buClr>
              <a:buSzPts val="3200"/>
              <a:buNone/>
            </a:pPr>
            <a:r>
              <a:rPr b="0" i="0" lang="en-US" sz="1800" u="none" strike="noStrike"/>
              <a:t>The L293D is a popular 16-Pin Motor Driver IC. As the name suggests it is mainly used to drive motors. A single L293D IC is capable of running two DC motors at the same time; also the direction of these two motors can be controlled independently.</a:t>
            </a:r>
            <a:endParaRPr b="0" sz="1800"/>
          </a:p>
          <a:p>
            <a:pPr indent="-139700" lvl="0" marL="457200" rtl="0" algn="l">
              <a:lnSpc>
                <a:spcPct val="110000"/>
              </a:lnSpc>
              <a:spcBef>
                <a:spcPts val="0"/>
              </a:spcBef>
              <a:spcAft>
                <a:spcPts val="0"/>
              </a:spcAft>
              <a:buClr>
                <a:schemeClr val="dk1"/>
              </a:buClr>
              <a:buSzPts val="1800"/>
              <a:buFont typeface="Arial"/>
              <a:buChar char="•"/>
            </a:pPr>
            <a:r>
              <a:rPr b="0" i="0" lang="en-US" sz="1800" u="none" strike="noStrike"/>
              <a:t>Motor voltage Vcc2 (Vs): 4.5V to 36V</a:t>
            </a:r>
            <a:endParaRPr sz="1800"/>
          </a:p>
          <a:p>
            <a:pPr indent="-139700" lvl="0" marL="457200" rtl="0" algn="l">
              <a:lnSpc>
                <a:spcPct val="110000"/>
              </a:lnSpc>
              <a:spcBef>
                <a:spcPts val="0"/>
              </a:spcBef>
              <a:spcAft>
                <a:spcPts val="0"/>
              </a:spcAft>
              <a:buClr>
                <a:schemeClr val="dk1"/>
              </a:buClr>
              <a:buSzPts val="1800"/>
              <a:buFont typeface="Arial"/>
              <a:buChar char="•"/>
            </a:pPr>
            <a:r>
              <a:rPr b="0" i="0" lang="en-US" sz="1800" u="none" strike="noStrike"/>
              <a:t>Supply Voltage to Vcc1(VSS): 4.5V to 7V</a:t>
            </a:r>
            <a:endParaRPr sz="1800"/>
          </a:p>
          <a:p>
            <a:pPr indent="203200" lvl="0" marL="0" rtl="0" algn="l">
              <a:lnSpc>
                <a:spcPct val="110000"/>
              </a:lnSpc>
              <a:spcBef>
                <a:spcPts val="1000"/>
              </a:spcBef>
              <a:spcAft>
                <a:spcPts val="0"/>
              </a:spcAft>
              <a:buClr>
                <a:schemeClr val="dk1"/>
              </a:buClr>
              <a:buSzPts val="3200"/>
              <a:buFont typeface="Arial"/>
              <a:buNone/>
            </a:pPr>
            <a:r>
              <a:t/>
            </a:r>
            <a:endParaRPr sz="18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9" name="Shape 149"/>
        <p:cNvGrpSpPr/>
        <p:nvPr/>
      </p:nvGrpSpPr>
      <p:grpSpPr>
        <a:xfrm>
          <a:off x="0" y="0"/>
          <a:ext cx="0" cy="0"/>
          <a:chOff x="0" y="0"/>
          <a:chExt cx="0" cy="0"/>
        </a:xfrm>
      </p:grpSpPr>
      <p:sp>
        <p:nvSpPr>
          <p:cNvPr id="150" name="Google Shape;150;p20"/>
          <p:cNvSpPr/>
          <p:nvPr/>
        </p:nvSpPr>
        <p:spPr>
          <a:xfrm>
            <a:off x="838199" y="1709928"/>
            <a:ext cx="10515600" cy="27432"/>
          </a:xfrm>
          <a:custGeom>
            <a:rect b="b" l="l" r="r" t="t"/>
            <a:pathLst>
              <a:path extrusionOk="0" fill="none" h="27432" w="10515600">
                <a:moveTo>
                  <a:pt x="0" y="0"/>
                </a:moveTo>
                <a:cubicBezTo>
                  <a:pt x="119693" y="-14343"/>
                  <a:pt x="253007" y="-7583"/>
                  <a:pt x="446913" y="0"/>
                </a:cubicBezTo>
                <a:cubicBezTo>
                  <a:pt x="640819" y="7583"/>
                  <a:pt x="841419" y="-7067"/>
                  <a:pt x="1104138" y="0"/>
                </a:cubicBezTo>
                <a:cubicBezTo>
                  <a:pt x="1366858" y="7067"/>
                  <a:pt x="1495525" y="1255"/>
                  <a:pt x="1866519" y="0"/>
                </a:cubicBezTo>
                <a:cubicBezTo>
                  <a:pt x="2237513" y="-1255"/>
                  <a:pt x="2043820" y="12003"/>
                  <a:pt x="2208276" y="0"/>
                </a:cubicBezTo>
                <a:cubicBezTo>
                  <a:pt x="2372732" y="-12003"/>
                  <a:pt x="2419452" y="9887"/>
                  <a:pt x="2550033" y="0"/>
                </a:cubicBezTo>
                <a:cubicBezTo>
                  <a:pt x="2680614" y="-9887"/>
                  <a:pt x="3098156" y="3827"/>
                  <a:pt x="3417570" y="0"/>
                </a:cubicBezTo>
                <a:cubicBezTo>
                  <a:pt x="3736984" y="-3827"/>
                  <a:pt x="3916040" y="-6233"/>
                  <a:pt x="4074795" y="0"/>
                </a:cubicBezTo>
                <a:cubicBezTo>
                  <a:pt x="4233551" y="6233"/>
                  <a:pt x="4279253" y="5661"/>
                  <a:pt x="4416552" y="0"/>
                </a:cubicBezTo>
                <a:cubicBezTo>
                  <a:pt x="4553851" y="-5661"/>
                  <a:pt x="4915758" y="26022"/>
                  <a:pt x="5073777" y="0"/>
                </a:cubicBezTo>
                <a:cubicBezTo>
                  <a:pt x="5231797" y="-26022"/>
                  <a:pt x="5612089" y="32230"/>
                  <a:pt x="5941314" y="0"/>
                </a:cubicBezTo>
                <a:cubicBezTo>
                  <a:pt x="6270539" y="-32230"/>
                  <a:pt x="6313600" y="3064"/>
                  <a:pt x="6493383" y="0"/>
                </a:cubicBezTo>
                <a:cubicBezTo>
                  <a:pt x="6673166" y="-3064"/>
                  <a:pt x="6902474" y="-21096"/>
                  <a:pt x="7045452" y="0"/>
                </a:cubicBezTo>
                <a:cubicBezTo>
                  <a:pt x="7188430" y="21096"/>
                  <a:pt x="7478162" y="17386"/>
                  <a:pt x="7702677" y="0"/>
                </a:cubicBezTo>
                <a:cubicBezTo>
                  <a:pt x="7927192" y="-17386"/>
                  <a:pt x="8295683" y="-35143"/>
                  <a:pt x="8465058" y="0"/>
                </a:cubicBezTo>
                <a:cubicBezTo>
                  <a:pt x="8634433" y="35143"/>
                  <a:pt x="8927835" y="4103"/>
                  <a:pt x="9227439" y="0"/>
                </a:cubicBezTo>
                <a:cubicBezTo>
                  <a:pt x="9527043" y="-4103"/>
                  <a:pt x="10105355" y="-17535"/>
                  <a:pt x="10515600" y="0"/>
                </a:cubicBezTo>
                <a:cubicBezTo>
                  <a:pt x="10515789" y="12323"/>
                  <a:pt x="10515633" y="14639"/>
                  <a:pt x="10515600" y="27432"/>
                </a:cubicBezTo>
                <a:cubicBezTo>
                  <a:pt x="10343646" y="15282"/>
                  <a:pt x="10223667" y="31057"/>
                  <a:pt x="10068687" y="27432"/>
                </a:cubicBezTo>
                <a:cubicBezTo>
                  <a:pt x="9913707" y="23807"/>
                  <a:pt x="9512455" y="4101"/>
                  <a:pt x="9201150" y="27432"/>
                </a:cubicBezTo>
                <a:cubicBezTo>
                  <a:pt x="8889845" y="50763"/>
                  <a:pt x="8866277" y="3158"/>
                  <a:pt x="8543925" y="27432"/>
                </a:cubicBezTo>
                <a:cubicBezTo>
                  <a:pt x="8221573" y="51706"/>
                  <a:pt x="8288348" y="37286"/>
                  <a:pt x="8202168" y="27432"/>
                </a:cubicBezTo>
                <a:cubicBezTo>
                  <a:pt x="8115988" y="17578"/>
                  <a:pt x="7797033" y="6631"/>
                  <a:pt x="7544943" y="27432"/>
                </a:cubicBezTo>
                <a:cubicBezTo>
                  <a:pt x="7292854" y="48233"/>
                  <a:pt x="7108060" y="41767"/>
                  <a:pt x="6992874" y="27432"/>
                </a:cubicBezTo>
                <a:cubicBezTo>
                  <a:pt x="6877688" y="13097"/>
                  <a:pt x="6668930" y="7947"/>
                  <a:pt x="6440805" y="27432"/>
                </a:cubicBezTo>
                <a:cubicBezTo>
                  <a:pt x="6212680" y="46917"/>
                  <a:pt x="6027476" y="35225"/>
                  <a:pt x="5888736" y="27432"/>
                </a:cubicBezTo>
                <a:cubicBezTo>
                  <a:pt x="5749996" y="19639"/>
                  <a:pt x="5574559" y="43627"/>
                  <a:pt x="5336667" y="27432"/>
                </a:cubicBezTo>
                <a:cubicBezTo>
                  <a:pt x="5098775" y="11237"/>
                  <a:pt x="4837534" y="41882"/>
                  <a:pt x="4574286" y="27432"/>
                </a:cubicBezTo>
                <a:cubicBezTo>
                  <a:pt x="4311038" y="12982"/>
                  <a:pt x="4126419" y="26678"/>
                  <a:pt x="3917061" y="27432"/>
                </a:cubicBezTo>
                <a:cubicBezTo>
                  <a:pt x="3707704" y="28186"/>
                  <a:pt x="3657291" y="40087"/>
                  <a:pt x="3575304" y="27432"/>
                </a:cubicBezTo>
                <a:cubicBezTo>
                  <a:pt x="3493317" y="14777"/>
                  <a:pt x="3185226" y="45867"/>
                  <a:pt x="3023235" y="27432"/>
                </a:cubicBezTo>
                <a:cubicBezTo>
                  <a:pt x="2861244" y="8997"/>
                  <a:pt x="2597085" y="35801"/>
                  <a:pt x="2260854" y="27432"/>
                </a:cubicBezTo>
                <a:cubicBezTo>
                  <a:pt x="1924623" y="19063"/>
                  <a:pt x="1996678" y="15705"/>
                  <a:pt x="1813941" y="27432"/>
                </a:cubicBezTo>
                <a:cubicBezTo>
                  <a:pt x="1631204" y="39159"/>
                  <a:pt x="1187542" y="49167"/>
                  <a:pt x="946404" y="27432"/>
                </a:cubicBezTo>
                <a:cubicBezTo>
                  <a:pt x="705266" y="5697"/>
                  <a:pt x="404743" y="28229"/>
                  <a:pt x="0" y="27432"/>
                </a:cubicBezTo>
                <a:cubicBezTo>
                  <a:pt x="244" y="15297"/>
                  <a:pt x="645" y="7129"/>
                  <a:pt x="0" y="0"/>
                </a:cubicBezTo>
                <a:close/>
              </a:path>
              <a:path extrusionOk="0" h="27432" w="1051560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15650" y="5798"/>
                  <a:pt x="10515903" y="19375"/>
                  <a:pt x="10515600" y="27432"/>
                </a:cubicBezTo>
                <a:cubicBezTo>
                  <a:pt x="10304538" y="42307"/>
                  <a:pt x="10069280" y="3335"/>
                  <a:pt x="9753219" y="27432"/>
                </a:cubicBezTo>
                <a:cubicBezTo>
                  <a:pt x="9437158" y="51529"/>
                  <a:pt x="9488415" y="23852"/>
                  <a:pt x="9411462" y="27432"/>
                </a:cubicBezTo>
                <a:cubicBezTo>
                  <a:pt x="9334509" y="31012"/>
                  <a:pt x="9183755" y="44107"/>
                  <a:pt x="8964549" y="27432"/>
                </a:cubicBezTo>
                <a:cubicBezTo>
                  <a:pt x="8745343" y="10757"/>
                  <a:pt x="8279150" y="61693"/>
                  <a:pt x="8097012" y="27432"/>
                </a:cubicBezTo>
                <a:cubicBezTo>
                  <a:pt x="7914874" y="-6829"/>
                  <a:pt x="7608717" y="59556"/>
                  <a:pt x="7439787" y="27432"/>
                </a:cubicBezTo>
                <a:cubicBezTo>
                  <a:pt x="7270858" y="-4692"/>
                  <a:pt x="7154492" y="27026"/>
                  <a:pt x="6992874" y="27432"/>
                </a:cubicBezTo>
                <a:cubicBezTo>
                  <a:pt x="6831256" y="27838"/>
                  <a:pt x="6536817" y="51174"/>
                  <a:pt x="6335649" y="27432"/>
                </a:cubicBezTo>
                <a:cubicBezTo>
                  <a:pt x="6134481" y="3690"/>
                  <a:pt x="6097824" y="11070"/>
                  <a:pt x="5993892" y="27432"/>
                </a:cubicBezTo>
                <a:cubicBezTo>
                  <a:pt x="5889960" y="43794"/>
                  <a:pt x="5793821" y="34098"/>
                  <a:pt x="5652135" y="27432"/>
                </a:cubicBezTo>
                <a:cubicBezTo>
                  <a:pt x="5510449" y="20766"/>
                  <a:pt x="5168382" y="-3650"/>
                  <a:pt x="4994910" y="27432"/>
                </a:cubicBezTo>
                <a:cubicBezTo>
                  <a:pt x="4821439" y="58514"/>
                  <a:pt x="4653937" y="21362"/>
                  <a:pt x="4547997" y="27432"/>
                </a:cubicBezTo>
                <a:cubicBezTo>
                  <a:pt x="4442057" y="33502"/>
                  <a:pt x="4153363" y="33024"/>
                  <a:pt x="3785616" y="27432"/>
                </a:cubicBezTo>
                <a:cubicBezTo>
                  <a:pt x="3417869" y="21840"/>
                  <a:pt x="3544908" y="29840"/>
                  <a:pt x="3338703" y="27432"/>
                </a:cubicBezTo>
                <a:cubicBezTo>
                  <a:pt x="3132498" y="25024"/>
                  <a:pt x="2782152" y="45947"/>
                  <a:pt x="2576322" y="27432"/>
                </a:cubicBezTo>
                <a:cubicBezTo>
                  <a:pt x="2370492" y="8917"/>
                  <a:pt x="2347214" y="14129"/>
                  <a:pt x="2234565" y="27432"/>
                </a:cubicBezTo>
                <a:cubicBezTo>
                  <a:pt x="2121916" y="40735"/>
                  <a:pt x="1785921" y="49081"/>
                  <a:pt x="1472184" y="27432"/>
                </a:cubicBezTo>
                <a:cubicBezTo>
                  <a:pt x="1158447" y="5783"/>
                  <a:pt x="1203910" y="37937"/>
                  <a:pt x="1025271" y="27432"/>
                </a:cubicBezTo>
                <a:cubicBezTo>
                  <a:pt x="846632" y="16927"/>
                  <a:pt x="846577" y="17996"/>
                  <a:pt x="683514" y="27432"/>
                </a:cubicBezTo>
                <a:cubicBezTo>
                  <a:pt x="520451" y="36868"/>
                  <a:pt x="320799" y="46677"/>
                  <a:pt x="0" y="27432"/>
                </a:cubicBezTo>
                <a:cubicBezTo>
                  <a:pt x="-510" y="19859"/>
                  <a:pt x="-1106" y="11474"/>
                  <a:pt x="0" y="0"/>
                </a:cubicBezTo>
                <a:close/>
              </a:path>
            </a:pathLst>
          </a:custGeom>
          <a:solidFill>
            <a:schemeClr val="dk1"/>
          </a:solidFill>
          <a:ln cap="rnd" cmpd="sng" w="381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51" name="Google Shape;151;p20"/>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52" name="Google Shape;152;p20"/>
          <p:cNvSpPr txBox="1"/>
          <p:nvPr>
            <p:ph type="title"/>
          </p:nvPr>
        </p:nvSpPr>
        <p:spPr>
          <a:xfrm>
            <a:off x="576072" y="238539"/>
            <a:ext cx="11018520" cy="1434415"/>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1"/>
              </a:buClr>
              <a:buSzPts val="7200"/>
              <a:buFont typeface="Arial"/>
              <a:buNone/>
            </a:pPr>
            <a:r>
              <a:rPr b="0" i="0" lang="en-US" sz="7200" u="none" strike="noStrike"/>
              <a:t>BO MOTORS</a:t>
            </a:r>
            <a:endParaRPr sz="7200"/>
          </a:p>
        </p:txBody>
      </p:sp>
      <p:sp>
        <p:nvSpPr>
          <p:cNvPr id="153" name="Google Shape;153;p20"/>
          <p:cNvSpPr/>
          <p:nvPr/>
        </p:nvSpPr>
        <p:spPr>
          <a:xfrm>
            <a:off x="576072" y="1817073"/>
            <a:ext cx="11018520" cy="18288"/>
          </a:xfrm>
          <a:custGeom>
            <a:rect b="b" l="l" r="r" t="t"/>
            <a:pathLst>
              <a:path extrusionOk="0" fill="none" h="18288" w="11018520">
                <a:moveTo>
                  <a:pt x="0" y="0"/>
                </a:moveTo>
                <a:cubicBezTo>
                  <a:pt x="176840" y="19448"/>
                  <a:pt x="369510" y="1686"/>
                  <a:pt x="468287" y="0"/>
                </a:cubicBezTo>
                <a:cubicBezTo>
                  <a:pt x="567064" y="-1686"/>
                  <a:pt x="844925" y="28710"/>
                  <a:pt x="1156945" y="0"/>
                </a:cubicBezTo>
                <a:cubicBezTo>
                  <a:pt x="1468965" y="-28710"/>
                  <a:pt x="1755775" y="35306"/>
                  <a:pt x="1955787" y="0"/>
                </a:cubicBezTo>
                <a:cubicBezTo>
                  <a:pt x="2155799" y="-35306"/>
                  <a:pt x="2224532" y="-16632"/>
                  <a:pt x="2313889" y="0"/>
                </a:cubicBezTo>
                <a:cubicBezTo>
                  <a:pt x="2403246" y="16632"/>
                  <a:pt x="2494050" y="6083"/>
                  <a:pt x="2671991" y="0"/>
                </a:cubicBezTo>
                <a:cubicBezTo>
                  <a:pt x="2849932" y="-6083"/>
                  <a:pt x="3354152" y="34614"/>
                  <a:pt x="3581019" y="0"/>
                </a:cubicBezTo>
                <a:cubicBezTo>
                  <a:pt x="3807886" y="-34614"/>
                  <a:pt x="4022451" y="14254"/>
                  <a:pt x="4269677" y="0"/>
                </a:cubicBezTo>
                <a:cubicBezTo>
                  <a:pt x="4516903" y="-14254"/>
                  <a:pt x="4514495" y="-13291"/>
                  <a:pt x="4627778" y="0"/>
                </a:cubicBezTo>
                <a:cubicBezTo>
                  <a:pt x="4741061" y="13291"/>
                  <a:pt x="5120758" y="-22660"/>
                  <a:pt x="5316436" y="0"/>
                </a:cubicBezTo>
                <a:cubicBezTo>
                  <a:pt x="5512114" y="22660"/>
                  <a:pt x="5812155" y="-9513"/>
                  <a:pt x="6225464" y="0"/>
                </a:cubicBezTo>
                <a:cubicBezTo>
                  <a:pt x="6638773" y="9513"/>
                  <a:pt x="6545417" y="2479"/>
                  <a:pt x="6803936" y="0"/>
                </a:cubicBezTo>
                <a:cubicBezTo>
                  <a:pt x="7062455" y="-2479"/>
                  <a:pt x="7245098" y="-20209"/>
                  <a:pt x="7382408" y="0"/>
                </a:cubicBezTo>
                <a:cubicBezTo>
                  <a:pt x="7519718" y="20209"/>
                  <a:pt x="7801947" y="19736"/>
                  <a:pt x="8071066" y="0"/>
                </a:cubicBezTo>
                <a:cubicBezTo>
                  <a:pt x="8340185" y="-19736"/>
                  <a:pt x="8495312" y="-6666"/>
                  <a:pt x="8869909" y="0"/>
                </a:cubicBezTo>
                <a:cubicBezTo>
                  <a:pt x="9244506" y="6666"/>
                  <a:pt x="9501461" y="-13745"/>
                  <a:pt x="9668751" y="0"/>
                </a:cubicBezTo>
                <a:cubicBezTo>
                  <a:pt x="9836041" y="13745"/>
                  <a:pt x="10607605" y="14143"/>
                  <a:pt x="11018520" y="0"/>
                </a:cubicBezTo>
                <a:cubicBezTo>
                  <a:pt x="11019166" y="4451"/>
                  <a:pt x="11019010" y="9226"/>
                  <a:pt x="11018520" y="18288"/>
                </a:cubicBezTo>
                <a:cubicBezTo>
                  <a:pt x="10834966" y="15274"/>
                  <a:pt x="10754561" y="35250"/>
                  <a:pt x="10550233" y="18288"/>
                </a:cubicBezTo>
                <a:cubicBezTo>
                  <a:pt x="10345905" y="1326"/>
                  <a:pt x="9906342" y="45884"/>
                  <a:pt x="9641205" y="18288"/>
                </a:cubicBezTo>
                <a:cubicBezTo>
                  <a:pt x="9376068" y="-9308"/>
                  <a:pt x="9177188" y="43988"/>
                  <a:pt x="8952548" y="18288"/>
                </a:cubicBezTo>
                <a:cubicBezTo>
                  <a:pt x="8727908" y="-7412"/>
                  <a:pt x="8707007" y="3271"/>
                  <a:pt x="8594446" y="18288"/>
                </a:cubicBezTo>
                <a:cubicBezTo>
                  <a:pt x="8481885" y="33305"/>
                  <a:pt x="8175004" y="35109"/>
                  <a:pt x="7905788" y="18288"/>
                </a:cubicBezTo>
                <a:cubicBezTo>
                  <a:pt x="7636572" y="1467"/>
                  <a:pt x="7535638" y="7399"/>
                  <a:pt x="7327316" y="18288"/>
                </a:cubicBezTo>
                <a:cubicBezTo>
                  <a:pt x="7118994" y="29177"/>
                  <a:pt x="6978247" y="47205"/>
                  <a:pt x="6748844" y="18288"/>
                </a:cubicBezTo>
                <a:cubicBezTo>
                  <a:pt x="6519441" y="-10629"/>
                  <a:pt x="6459241" y="43308"/>
                  <a:pt x="6170371" y="18288"/>
                </a:cubicBezTo>
                <a:cubicBezTo>
                  <a:pt x="5881501" y="-6732"/>
                  <a:pt x="5736201" y="35971"/>
                  <a:pt x="5591899" y="18288"/>
                </a:cubicBezTo>
                <a:cubicBezTo>
                  <a:pt x="5447597" y="605"/>
                  <a:pt x="4990303" y="20409"/>
                  <a:pt x="4793056" y="18288"/>
                </a:cubicBezTo>
                <a:cubicBezTo>
                  <a:pt x="4595809" y="16167"/>
                  <a:pt x="4271723" y="2909"/>
                  <a:pt x="4104399" y="18288"/>
                </a:cubicBezTo>
                <a:cubicBezTo>
                  <a:pt x="3937075" y="33667"/>
                  <a:pt x="3923235" y="10730"/>
                  <a:pt x="3746297" y="18288"/>
                </a:cubicBezTo>
                <a:cubicBezTo>
                  <a:pt x="3569359" y="25846"/>
                  <a:pt x="3351081" y="24702"/>
                  <a:pt x="3167825" y="18288"/>
                </a:cubicBezTo>
                <a:cubicBezTo>
                  <a:pt x="2984569" y="11874"/>
                  <a:pt x="2708033" y="13293"/>
                  <a:pt x="2368982" y="18288"/>
                </a:cubicBezTo>
                <a:cubicBezTo>
                  <a:pt x="2029931" y="23283"/>
                  <a:pt x="2009060" y="37671"/>
                  <a:pt x="1900695" y="18288"/>
                </a:cubicBezTo>
                <a:cubicBezTo>
                  <a:pt x="1792330" y="-1095"/>
                  <a:pt x="1183178" y="9337"/>
                  <a:pt x="991667" y="18288"/>
                </a:cubicBezTo>
                <a:cubicBezTo>
                  <a:pt x="800156" y="27239"/>
                  <a:pt x="375690" y="34110"/>
                  <a:pt x="0" y="18288"/>
                </a:cubicBezTo>
                <a:cubicBezTo>
                  <a:pt x="-213" y="9468"/>
                  <a:pt x="187" y="4459"/>
                  <a:pt x="0" y="0"/>
                </a:cubicBezTo>
                <a:close/>
              </a:path>
              <a:path extrusionOk="0" h="18288" w="11018520">
                <a:moveTo>
                  <a:pt x="0" y="0"/>
                </a:moveTo>
                <a:cubicBezTo>
                  <a:pt x="266588" y="-23405"/>
                  <a:pt x="350503" y="-27031"/>
                  <a:pt x="578472" y="0"/>
                </a:cubicBezTo>
                <a:cubicBezTo>
                  <a:pt x="806441" y="27031"/>
                  <a:pt x="803976" y="13604"/>
                  <a:pt x="936574" y="0"/>
                </a:cubicBezTo>
                <a:cubicBezTo>
                  <a:pt x="1069172" y="-13604"/>
                  <a:pt x="1661335" y="-31902"/>
                  <a:pt x="1845602" y="0"/>
                </a:cubicBezTo>
                <a:cubicBezTo>
                  <a:pt x="2029869" y="31902"/>
                  <a:pt x="2273452" y="17005"/>
                  <a:pt x="2424074" y="0"/>
                </a:cubicBezTo>
                <a:cubicBezTo>
                  <a:pt x="2574696" y="-17005"/>
                  <a:pt x="2790864" y="-28133"/>
                  <a:pt x="3002547" y="0"/>
                </a:cubicBezTo>
                <a:cubicBezTo>
                  <a:pt x="3214230" y="28133"/>
                  <a:pt x="3605033" y="-14934"/>
                  <a:pt x="3911575" y="0"/>
                </a:cubicBezTo>
                <a:cubicBezTo>
                  <a:pt x="4218117" y="14934"/>
                  <a:pt x="4198004" y="3604"/>
                  <a:pt x="4379862" y="0"/>
                </a:cubicBezTo>
                <a:cubicBezTo>
                  <a:pt x="4561720" y="-3604"/>
                  <a:pt x="4941151" y="-37368"/>
                  <a:pt x="5288890" y="0"/>
                </a:cubicBezTo>
                <a:cubicBezTo>
                  <a:pt x="5636629" y="37368"/>
                  <a:pt x="6011513" y="-33898"/>
                  <a:pt x="6197918" y="0"/>
                </a:cubicBezTo>
                <a:cubicBezTo>
                  <a:pt x="6384323" y="33898"/>
                  <a:pt x="6555799" y="11241"/>
                  <a:pt x="6886575" y="0"/>
                </a:cubicBezTo>
                <a:cubicBezTo>
                  <a:pt x="7217351" y="-11241"/>
                  <a:pt x="7604472" y="-44614"/>
                  <a:pt x="7795603" y="0"/>
                </a:cubicBezTo>
                <a:cubicBezTo>
                  <a:pt x="7986734" y="44614"/>
                  <a:pt x="8098870" y="-11086"/>
                  <a:pt x="8374075" y="0"/>
                </a:cubicBezTo>
                <a:cubicBezTo>
                  <a:pt x="8649280" y="11086"/>
                  <a:pt x="8701749" y="-25020"/>
                  <a:pt x="8952548" y="0"/>
                </a:cubicBezTo>
                <a:cubicBezTo>
                  <a:pt x="9203347" y="25020"/>
                  <a:pt x="9519297" y="4274"/>
                  <a:pt x="9751390" y="0"/>
                </a:cubicBezTo>
                <a:cubicBezTo>
                  <a:pt x="9983483" y="-4274"/>
                  <a:pt x="10169881" y="16480"/>
                  <a:pt x="10329863" y="0"/>
                </a:cubicBezTo>
                <a:cubicBezTo>
                  <a:pt x="10489845" y="-16480"/>
                  <a:pt x="10750941" y="-9727"/>
                  <a:pt x="11018520" y="0"/>
                </a:cubicBezTo>
                <a:cubicBezTo>
                  <a:pt x="11018113" y="8690"/>
                  <a:pt x="11018366" y="14141"/>
                  <a:pt x="11018520" y="18288"/>
                </a:cubicBezTo>
                <a:cubicBezTo>
                  <a:pt x="10841176" y="-3597"/>
                  <a:pt x="10399304" y="41504"/>
                  <a:pt x="10219677" y="18288"/>
                </a:cubicBezTo>
                <a:cubicBezTo>
                  <a:pt x="10040050" y="-4928"/>
                  <a:pt x="10030762" y="16144"/>
                  <a:pt x="9861575" y="18288"/>
                </a:cubicBezTo>
                <a:cubicBezTo>
                  <a:pt x="9692388" y="20432"/>
                  <a:pt x="9529439" y="40380"/>
                  <a:pt x="9393288" y="18288"/>
                </a:cubicBezTo>
                <a:cubicBezTo>
                  <a:pt x="9257137" y="-3804"/>
                  <a:pt x="8825003" y="25592"/>
                  <a:pt x="8484260" y="18288"/>
                </a:cubicBezTo>
                <a:cubicBezTo>
                  <a:pt x="8143517" y="10984"/>
                  <a:pt x="8082894" y="45968"/>
                  <a:pt x="7795603" y="18288"/>
                </a:cubicBezTo>
                <a:cubicBezTo>
                  <a:pt x="7508312" y="-9392"/>
                  <a:pt x="7466074" y="19486"/>
                  <a:pt x="7327316" y="18288"/>
                </a:cubicBezTo>
                <a:cubicBezTo>
                  <a:pt x="7188558" y="17090"/>
                  <a:pt x="6869645" y="4657"/>
                  <a:pt x="6638658" y="18288"/>
                </a:cubicBezTo>
                <a:cubicBezTo>
                  <a:pt x="6407671" y="31919"/>
                  <a:pt x="6359238" y="35967"/>
                  <a:pt x="6280556" y="18288"/>
                </a:cubicBezTo>
                <a:cubicBezTo>
                  <a:pt x="6201874" y="609"/>
                  <a:pt x="6041216" y="22404"/>
                  <a:pt x="5922455" y="18288"/>
                </a:cubicBezTo>
                <a:cubicBezTo>
                  <a:pt x="5803694" y="14172"/>
                  <a:pt x="5555521" y="48848"/>
                  <a:pt x="5233797" y="18288"/>
                </a:cubicBezTo>
                <a:cubicBezTo>
                  <a:pt x="4912073" y="-12272"/>
                  <a:pt x="4986440" y="-2740"/>
                  <a:pt x="4765510" y="18288"/>
                </a:cubicBezTo>
                <a:cubicBezTo>
                  <a:pt x="4544580" y="39316"/>
                  <a:pt x="4177715" y="18248"/>
                  <a:pt x="3966667" y="18288"/>
                </a:cubicBezTo>
                <a:cubicBezTo>
                  <a:pt x="3755619" y="18328"/>
                  <a:pt x="3664519" y="22387"/>
                  <a:pt x="3498380" y="18288"/>
                </a:cubicBezTo>
                <a:cubicBezTo>
                  <a:pt x="3332241" y="14189"/>
                  <a:pt x="3065858" y="-7524"/>
                  <a:pt x="2699537" y="18288"/>
                </a:cubicBezTo>
                <a:cubicBezTo>
                  <a:pt x="2333216" y="44100"/>
                  <a:pt x="2505666" y="4650"/>
                  <a:pt x="2341436" y="18288"/>
                </a:cubicBezTo>
                <a:cubicBezTo>
                  <a:pt x="2177206" y="31926"/>
                  <a:pt x="1790164" y="19880"/>
                  <a:pt x="1542593" y="18288"/>
                </a:cubicBezTo>
                <a:cubicBezTo>
                  <a:pt x="1295022" y="16696"/>
                  <a:pt x="1218012" y="39325"/>
                  <a:pt x="1074306" y="18288"/>
                </a:cubicBezTo>
                <a:cubicBezTo>
                  <a:pt x="930600" y="-2749"/>
                  <a:pt x="797266" y="24589"/>
                  <a:pt x="716204" y="18288"/>
                </a:cubicBezTo>
                <a:cubicBezTo>
                  <a:pt x="635142" y="11987"/>
                  <a:pt x="344503" y="41396"/>
                  <a:pt x="0" y="18288"/>
                </a:cubicBezTo>
                <a:cubicBezTo>
                  <a:pt x="-53" y="11301"/>
                  <a:pt x="-649" y="7756"/>
                  <a:pt x="0" y="0"/>
                </a:cubicBezTo>
                <a:close/>
              </a:path>
            </a:pathLst>
          </a:custGeom>
          <a:solidFill>
            <a:srgbClr val="E4A846"/>
          </a:solidFill>
          <a:ln cap="rnd" cmpd="sng" w="38100">
            <a:solidFill>
              <a:srgbClr val="E4A84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54" name="Google Shape;154;p20"/>
          <p:cNvSpPr txBox="1"/>
          <p:nvPr>
            <p:ph idx="1" type="body"/>
          </p:nvPr>
        </p:nvSpPr>
        <p:spPr>
          <a:xfrm>
            <a:off x="572493" y="2071316"/>
            <a:ext cx="6713552" cy="4119172"/>
          </a:xfrm>
          <a:prstGeom prst="rect">
            <a:avLst/>
          </a:prstGeom>
          <a:noFill/>
          <a:ln>
            <a:noFill/>
          </a:ln>
        </p:spPr>
        <p:txBody>
          <a:bodyPr anchorCtr="0" anchor="t" bIns="45700" lIns="91425" spcFirstLastPara="1" rIns="91425" wrap="square" tIns="45700">
            <a:normAutofit/>
          </a:bodyPr>
          <a:lstStyle/>
          <a:p>
            <a:pPr indent="88900" lvl="0" marL="0" rtl="0" algn="l">
              <a:lnSpc>
                <a:spcPct val="110000"/>
              </a:lnSpc>
              <a:spcBef>
                <a:spcPts val="0"/>
              </a:spcBef>
              <a:spcAft>
                <a:spcPts val="0"/>
              </a:spcAft>
              <a:buClr>
                <a:schemeClr val="dk1"/>
              </a:buClr>
              <a:buSzPts val="1800"/>
              <a:buFont typeface="Arial"/>
              <a:buChar char="•"/>
            </a:pPr>
            <a:r>
              <a:rPr b="0" i="0" lang="en-US" sz="1800" u="none" strike="noStrike"/>
              <a:t>BO (Battery Operated) lightweight DC geared motor which gives good torque and rpm at lower voltages. This motor can run at approximately 150 RPM when driven by a single Li-Ion cell. Great for battery-operated lightweight robots. A specific type of DC geared motors can be operated through the battery and that is known as Battery Operated (BO) motors. It is used for lightweight applications mostly.</a:t>
            </a:r>
            <a:endParaRPr sz="1800"/>
          </a:p>
        </p:txBody>
      </p:sp>
      <p:pic>
        <p:nvPicPr>
          <p:cNvPr descr="Dc Bo Motor Dual Shaft Smart Car Robot Gear for Arduino (4 Piece) –  Smartbuy365" id="155" name="Google Shape;155;p20"/>
          <p:cNvPicPr preferRelativeResize="0"/>
          <p:nvPr/>
        </p:nvPicPr>
        <p:blipFill rotWithShape="1">
          <a:blip r:embed="rId3">
            <a:alphaModFix/>
          </a:blip>
          <a:srcRect b="8428" l="0" r="4" t="2703"/>
          <a:stretch/>
        </p:blipFill>
        <p:spPr>
          <a:xfrm>
            <a:off x="7675658" y="2093976"/>
            <a:ext cx="3941064" cy="4096512"/>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9" name="Shape 159"/>
        <p:cNvGrpSpPr/>
        <p:nvPr/>
      </p:nvGrpSpPr>
      <p:grpSpPr>
        <a:xfrm>
          <a:off x="0" y="0"/>
          <a:ext cx="0" cy="0"/>
          <a:chOff x="0" y="0"/>
          <a:chExt cx="0" cy="0"/>
        </a:xfrm>
      </p:grpSpPr>
      <p:sp>
        <p:nvSpPr>
          <p:cNvPr id="160" name="Google Shape;160;p21"/>
          <p:cNvSpPr/>
          <p:nvPr/>
        </p:nvSpPr>
        <p:spPr>
          <a:xfrm>
            <a:off x="838199" y="1709928"/>
            <a:ext cx="10515600" cy="27432"/>
          </a:xfrm>
          <a:custGeom>
            <a:rect b="b" l="l" r="r" t="t"/>
            <a:pathLst>
              <a:path extrusionOk="0" fill="none" h="27432" w="10515600">
                <a:moveTo>
                  <a:pt x="0" y="0"/>
                </a:moveTo>
                <a:cubicBezTo>
                  <a:pt x="119693" y="-14343"/>
                  <a:pt x="253007" y="-7583"/>
                  <a:pt x="446913" y="0"/>
                </a:cubicBezTo>
                <a:cubicBezTo>
                  <a:pt x="640819" y="7583"/>
                  <a:pt x="841419" y="-7067"/>
                  <a:pt x="1104138" y="0"/>
                </a:cubicBezTo>
                <a:cubicBezTo>
                  <a:pt x="1366858" y="7067"/>
                  <a:pt x="1495525" y="1255"/>
                  <a:pt x="1866519" y="0"/>
                </a:cubicBezTo>
                <a:cubicBezTo>
                  <a:pt x="2237513" y="-1255"/>
                  <a:pt x="2043820" y="12003"/>
                  <a:pt x="2208276" y="0"/>
                </a:cubicBezTo>
                <a:cubicBezTo>
                  <a:pt x="2372732" y="-12003"/>
                  <a:pt x="2419452" y="9887"/>
                  <a:pt x="2550033" y="0"/>
                </a:cubicBezTo>
                <a:cubicBezTo>
                  <a:pt x="2680614" y="-9887"/>
                  <a:pt x="3098156" y="3827"/>
                  <a:pt x="3417570" y="0"/>
                </a:cubicBezTo>
                <a:cubicBezTo>
                  <a:pt x="3736984" y="-3827"/>
                  <a:pt x="3916040" y="-6233"/>
                  <a:pt x="4074795" y="0"/>
                </a:cubicBezTo>
                <a:cubicBezTo>
                  <a:pt x="4233551" y="6233"/>
                  <a:pt x="4279253" y="5661"/>
                  <a:pt x="4416552" y="0"/>
                </a:cubicBezTo>
                <a:cubicBezTo>
                  <a:pt x="4553851" y="-5661"/>
                  <a:pt x="4915758" y="26022"/>
                  <a:pt x="5073777" y="0"/>
                </a:cubicBezTo>
                <a:cubicBezTo>
                  <a:pt x="5231797" y="-26022"/>
                  <a:pt x="5612089" y="32230"/>
                  <a:pt x="5941314" y="0"/>
                </a:cubicBezTo>
                <a:cubicBezTo>
                  <a:pt x="6270539" y="-32230"/>
                  <a:pt x="6313600" y="3064"/>
                  <a:pt x="6493383" y="0"/>
                </a:cubicBezTo>
                <a:cubicBezTo>
                  <a:pt x="6673166" y="-3064"/>
                  <a:pt x="6902474" y="-21096"/>
                  <a:pt x="7045452" y="0"/>
                </a:cubicBezTo>
                <a:cubicBezTo>
                  <a:pt x="7188430" y="21096"/>
                  <a:pt x="7478162" y="17386"/>
                  <a:pt x="7702677" y="0"/>
                </a:cubicBezTo>
                <a:cubicBezTo>
                  <a:pt x="7927192" y="-17386"/>
                  <a:pt x="8295683" y="-35143"/>
                  <a:pt x="8465058" y="0"/>
                </a:cubicBezTo>
                <a:cubicBezTo>
                  <a:pt x="8634433" y="35143"/>
                  <a:pt x="8927835" y="4103"/>
                  <a:pt x="9227439" y="0"/>
                </a:cubicBezTo>
                <a:cubicBezTo>
                  <a:pt x="9527043" y="-4103"/>
                  <a:pt x="10105355" y="-17535"/>
                  <a:pt x="10515600" y="0"/>
                </a:cubicBezTo>
                <a:cubicBezTo>
                  <a:pt x="10515789" y="12323"/>
                  <a:pt x="10515633" y="14639"/>
                  <a:pt x="10515600" y="27432"/>
                </a:cubicBezTo>
                <a:cubicBezTo>
                  <a:pt x="10343646" y="15282"/>
                  <a:pt x="10223667" y="31057"/>
                  <a:pt x="10068687" y="27432"/>
                </a:cubicBezTo>
                <a:cubicBezTo>
                  <a:pt x="9913707" y="23807"/>
                  <a:pt x="9512455" y="4101"/>
                  <a:pt x="9201150" y="27432"/>
                </a:cubicBezTo>
                <a:cubicBezTo>
                  <a:pt x="8889845" y="50763"/>
                  <a:pt x="8866277" y="3158"/>
                  <a:pt x="8543925" y="27432"/>
                </a:cubicBezTo>
                <a:cubicBezTo>
                  <a:pt x="8221573" y="51706"/>
                  <a:pt x="8288348" y="37286"/>
                  <a:pt x="8202168" y="27432"/>
                </a:cubicBezTo>
                <a:cubicBezTo>
                  <a:pt x="8115988" y="17578"/>
                  <a:pt x="7797033" y="6631"/>
                  <a:pt x="7544943" y="27432"/>
                </a:cubicBezTo>
                <a:cubicBezTo>
                  <a:pt x="7292854" y="48233"/>
                  <a:pt x="7108060" y="41767"/>
                  <a:pt x="6992874" y="27432"/>
                </a:cubicBezTo>
                <a:cubicBezTo>
                  <a:pt x="6877688" y="13097"/>
                  <a:pt x="6668930" y="7947"/>
                  <a:pt x="6440805" y="27432"/>
                </a:cubicBezTo>
                <a:cubicBezTo>
                  <a:pt x="6212680" y="46917"/>
                  <a:pt x="6027476" y="35225"/>
                  <a:pt x="5888736" y="27432"/>
                </a:cubicBezTo>
                <a:cubicBezTo>
                  <a:pt x="5749996" y="19639"/>
                  <a:pt x="5574559" y="43627"/>
                  <a:pt x="5336667" y="27432"/>
                </a:cubicBezTo>
                <a:cubicBezTo>
                  <a:pt x="5098775" y="11237"/>
                  <a:pt x="4837534" y="41882"/>
                  <a:pt x="4574286" y="27432"/>
                </a:cubicBezTo>
                <a:cubicBezTo>
                  <a:pt x="4311038" y="12982"/>
                  <a:pt x="4126419" y="26678"/>
                  <a:pt x="3917061" y="27432"/>
                </a:cubicBezTo>
                <a:cubicBezTo>
                  <a:pt x="3707704" y="28186"/>
                  <a:pt x="3657291" y="40087"/>
                  <a:pt x="3575304" y="27432"/>
                </a:cubicBezTo>
                <a:cubicBezTo>
                  <a:pt x="3493317" y="14777"/>
                  <a:pt x="3185226" y="45867"/>
                  <a:pt x="3023235" y="27432"/>
                </a:cubicBezTo>
                <a:cubicBezTo>
                  <a:pt x="2861244" y="8997"/>
                  <a:pt x="2597085" y="35801"/>
                  <a:pt x="2260854" y="27432"/>
                </a:cubicBezTo>
                <a:cubicBezTo>
                  <a:pt x="1924623" y="19063"/>
                  <a:pt x="1996678" y="15705"/>
                  <a:pt x="1813941" y="27432"/>
                </a:cubicBezTo>
                <a:cubicBezTo>
                  <a:pt x="1631204" y="39159"/>
                  <a:pt x="1187542" y="49167"/>
                  <a:pt x="946404" y="27432"/>
                </a:cubicBezTo>
                <a:cubicBezTo>
                  <a:pt x="705266" y="5697"/>
                  <a:pt x="404743" y="28229"/>
                  <a:pt x="0" y="27432"/>
                </a:cubicBezTo>
                <a:cubicBezTo>
                  <a:pt x="244" y="15297"/>
                  <a:pt x="645" y="7129"/>
                  <a:pt x="0" y="0"/>
                </a:cubicBezTo>
                <a:close/>
              </a:path>
              <a:path extrusionOk="0" h="27432" w="1051560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15650" y="5798"/>
                  <a:pt x="10515903" y="19375"/>
                  <a:pt x="10515600" y="27432"/>
                </a:cubicBezTo>
                <a:cubicBezTo>
                  <a:pt x="10304538" y="42307"/>
                  <a:pt x="10069280" y="3335"/>
                  <a:pt x="9753219" y="27432"/>
                </a:cubicBezTo>
                <a:cubicBezTo>
                  <a:pt x="9437158" y="51529"/>
                  <a:pt x="9488415" y="23852"/>
                  <a:pt x="9411462" y="27432"/>
                </a:cubicBezTo>
                <a:cubicBezTo>
                  <a:pt x="9334509" y="31012"/>
                  <a:pt x="9183755" y="44107"/>
                  <a:pt x="8964549" y="27432"/>
                </a:cubicBezTo>
                <a:cubicBezTo>
                  <a:pt x="8745343" y="10757"/>
                  <a:pt x="8279150" y="61693"/>
                  <a:pt x="8097012" y="27432"/>
                </a:cubicBezTo>
                <a:cubicBezTo>
                  <a:pt x="7914874" y="-6829"/>
                  <a:pt x="7608717" y="59556"/>
                  <a:pt x="7439787" y="27432"/>
                </a:cubicBezTo>
                <a:cubicBezTo>
                  <a:pt x="7270858" y="-4692"/>
                  <a:pt x="7154492" y="27026"/>
                  <a:pt x="6992874" y="27432"/>
                </a:cubicBezTo>
                <a:cubicBezTo>
                  <a:pt x="6831256" y="27838"/>
                  <a:pt x="6536817" y="51174"/>
                  <a:pt x="6335649" y="27432"/>
                </a:cubicBezTo>
                <a:cubicBezTo>
                  <a:pt x="6134481" y="3690"/>
                  <a:pt x="6097824" y="11070"/>
                  <a:pt x="5993892" y="27432"/>
                </a:cubicBezTo>
                <a:cubicBezTo>
                  <a:pt x="5889960" y="43794"/>
                  <a:pt x="5793821" y="34098"/>
                  <a:pt x="5652135" y="27432"/>
                </a:cubicBezTo>
                <a:cubicBezTo>
                  <a:pt x="5510449" y="20766"/>
                  <a:pt x="5168382" y="-3650"/>
                  <a:pt x="4994910" y="27432"/>
                </a:cubicBezTo>
                <a:cubicBezTo>
                  <a:pt x="4821439" y="58514"/>
                  <a:pt x="4653937" y="21362"/>
                  <a:pt x="4547997" y="27432"/>
                </a:cubicBezTo>
                <a:cubicBezTo>
                  <a:pt x="4442057" y="33502"/>
                  <a:pt x="4153363" y="33024"/>
                  <a:pt x="3785616" y="27432"/>
                </a:cubicBezTo>
                <a:cubicBezTo>
                  <a:pt x="3417869" y="21840"/>
                  <a:pt x="3544908" y="29840"/>
                  <a:pt x="3338703" y="27432"/>
                </a:cubicBezTo>
                <a:cubicBezTo>
                  <a:pt x="3132498" y="25024"/>
                  <a:pt x="2782152" y="45947"/>
                  <a:pt x="2576322" y="27432"/>
                </a:cubicBezTo>
                <a:cubicBezTo>
                  <a:pt x="2370492" y="8917"/>
                  <a:pt x="2347214" y="14129"/>
                  <a:pt x="2234565" y="27432"/>
                </a:cubicBezTo>
                <a:cubicBezTo>
                  <a:pt x="2121916" y="40735"/>
                  <a:pt x="1785921" y="49081"/>
                  <a:pt x="1472184" y="27432"/>
                </a:cubicBezTo>
                <a:cubicBezTo>
                  <a:pt x="1158447" y="5783"/>
                  <a:pt x="1203910" y="37937"/>
                  <a:pt x="1025271" y="27432"/>
                </a:cubicBezTo>
                <a:cubicBezTo>
                  <a:pt x="846632" y="16927"/>
                  <a:pt x="846577" y="17996"/>
                  <a:pt x="683514" y="27432"/>
                </a:cubicBezTo>
                <a:cubicBezTo>
                  <a:pt x="520451" y="36868"/>
                  <a:pt x="320799" y="46677"/>
                  <a:pt x="0" y="27432"/>
                </a:cubicBezTo>
                <a:cubicBezTo>
                  <a:pt x="-510" y="19859"/>
                  <a:pt x="-1106" y="11474"/>
                  <a:pt x="0" y="0"/>
                </a:cubicBezTo>
                <a:close/>
              </a:path>
            </a:pathLst>
          </a:custGeom>
          <a:solidFill>
            <a:schemeClr val="dk1"/>
          </a:solidFill>
          <a:ln cap="rnd" cmpd="sng" w="381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61" name="Google Shape;161;p21"/>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62" name="Google Shape;162;p21"/>
          <p:cNvSpPr txBox="1"/>
          <p:nvPr>
            <p:ph type="title"/>
          </p:nvPr>
        </p:nvSpPr>
        <p:spPr>
          <a:xfrm>
            <a:off x="572493" y="238539"/>
            <a:ext cx="11047013" cy="1434415"/>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500"/>
              <a:buFont typeface="Arial"/>
              <a:buNone/>
            </a:pPr>
            <a:br>
              <a:rPr b="1" i="0" lang="en-US" sz="4500" u="none" strike="noStrike"/>
            </a:br>
            <a:r>
              <a:rPr b="0" i="0" lang="en-US" sz="4500" u="none" strike="noStrike"/>
              <a:t>DHT 11</a:t>
            </a:r>
            <a:endParaRPr sz="4500"/>
          </a:p>
        </p:txBody>
      </p:sp>
      <p:sp>
        <p:nvSpPr>
          <p:cNvPr id="163" name="Google Shape;163;p21"/>
          <p:cNvSpPr/>
          <p:nvPr/>
        </p:nvSpPr>
        <p:spPr>
          <a:xfrm>
            <a:off x="572494" y="1817073"/>
            <a:ext cx="11018520" cy="18288"/>
          </a:xfrm>
          <a:custGeom>
            <a:rect b="b" l="l" r="r" t="t"/>
            <a:pathLst>
              <a:path extrusionOk="0" fill="none" h="18288" w="11018520">
                <a:moveTo>
                  <a:pt x="0" y="0"/>
                </a:moveTo>
                <a:cubicBezTo>
                  <a:pt x="176840" y="19448"/>
                  <a:pt x="369510" y="1686"/>
                  <a:pt x="468287" y="0"/>
                </a:cubicBezTo>
                <a:cubicBezTo>
                  <a:pt x="567064" y="-1686"/>
                  <a:pt x="844925" y="28710"/>
                  <a:pt x="1156945" y="0"/>
                </a:cubicBezTo>
                <a:cubicBezTo>
                  <a:pt x="1468965" y="-28710"/>
                  <a:pt x="1755775" y="35306"/>
                  <a:pt x="1955787" y="0"/>
                </a:cubicBezTo>
                <a:cubicBezTo>
                  <a:pt x="2155799" y="-35306"/>
                  <a:pt x="2224532" y="-16632"/>
                  <a:pt x="2313889" y="0"/>
                </a:cubicBezTo>
                <a:cubicBezTo>
                  <a:pt x="2403246" y="16632"/>
                  <a:pt x="2494050" y="6083"/>
                  <a:pt x="2671991" y="0"/>
                </a:cubicBezTo>
                <a:cubicBezTo>
                  <a:pt x="2849932" y="-6083"/>
                  <a:pt x="3354152" y="34614"/>
                  <a:pt x="3581019" y="0"/>
                </a:cubicBezTo>
                <a:cubicBezTo>
                  <a:pt x="3807886" y="-34614"/>
                  <a:pt x="4022451" y="14254"/>
                  <a:pt x="4269677" y="0"/>
                </a:cubicBezTo>
                <a:cubicBezTo>
                  <a:pt x="4516903" y="-14254"/>
                  <a:pt x="4514495" y="-13291"/>
                  <a:pt x="4627778" y="0"/>
                </a:cubicBezTo>
                <a:cubicBezTo>
                  <a:pt x="4741061" y="13291"/>
                  <a:pt x="5120758" y="-22660"/>
                  <a:pt x="5316436" y="0"/>
                </a:cubicBezTo>
                <a:cubicBezTo>
                  <a:pt x="5512114" y="22660"/>
                  <a:pt x="5812155" y="-9513"/>
                  <a:pt x="6225464" y="0"/>
                </a:cubicBezTo>
                <a:cubicBezTo>
                  <a:pt x="6638773" y="9513"/>
                  <a:pt x="6545417" y="2479"/>
                  <a:pt x="6803936" y="0"/>
                </a:cubicBezTo>
                <a:cubicBezTo>
                  <a:pt x="7062455" y="-2479"/>
                  <a:pt x="7245098" y="-20209"/>
                  <a:pt x="7382408" y="0"/>
                </a:cubicBezTo>
                <a:cubicBezTo>
                  <a:pt x="7519718" y="20209"/>
                  <a:pt x="7801947" y="19736"/>
                  <a:pt x="8071066" y="0"/>
                </a:cubicBezTo>
                <a:cubicBezTo>
                  <a:pt x="8340185" y="-19736"/>
                  <a:pt x="8495312" y="-6666"/>
                  <a:pt x="8869909" y="0"/>
                </a:cubicBezTo>
                <a:cubicBezTo>
                  <a:pt x="9244506" y="6666"/>
                  <a:pt x="9501461" y="-13745"/>
                  <a:pt x="9668751" y="0"/>
                </a:cubicBezTo>
                <a:cubicBezTo>
                  <a:pt x="9836041" y="13745"/>
                  <a:pt x="10607605" y="14143"/>
                  <a:pt x="11018520" y="0"/>
                </a:cubicBezTo>
                <a:cubicBezTo>
                  <a:pt x="11019166" y="4451"/>
                  <a:pt x="11019010" y="9226"/>
                  <a:pt x="11018520" y="18288"/>
                </a:cubicBezTo>
                <a:cubicBezTo>
                  <a:pt x="10834966" y="15274"/>
                  <a:pt x="10754561" y="35250"/>
                  <a:pt x="10550233" y="18288"/>
                </a:cubicBezTo>
                <a:cubicBezTo>
                  <a:pt x="10345905" y="1326"/>
                  <a:pt x="9906342" y="45884"/>
                  <a:pt x="9641205" y="18288"/>
                </a:cubicBezTo>
                <a:cubicBezTo>
                  <a:pt x="9376068" y="-9308"/>
                  <a:pt x="9177188" y="43988"/>
                  <a:pt x="8952548" y="18288"/>
                </a:cubicBezTo>
                <a:cubicBezTo>
                  <a:pt x="8727908" y="-7412"/>
                  <a:pt x="8707007" y="3271"/>
                  <a:pt x="8594446" y="18288"/>
                </a:cubicBezTo>
                <a:cubicBezTo>
                  <a:pt x="8481885" y="33305"/>
                  <a:pt x="8175004" y="35109"/>
                  <a:pt x="7905788" y="18288"/>
                </a:cubicBezTo>
                <a:cubicBezTo>
                  <a:pt x="7636572" y="1467"/>
                  <a:pt x="7535638" y="7399"/>
                  <a:pt x="7327316" y="18288"/>
                </a:cubicBezTo>
                <a:cubicBezTo>
                  <a:pt x="7118994" y="29177"/>
                  <a:pt x="6978247" y="47205"/>
                  <a:pt x="6748844" y="18288"/>
                </a:cubicBezTo>
                <a:cubicBezTo>
                  <a:pt x="6519441" y="-10629"/>
                  <a:pt x="6459241" y="43308"/>
                  <a:pt x="6170371" y="18288"/>
                </a:cubicBezTo>
                <a:cubicBezTo>
                  <a:pt x="5881501" y="-6732"/>
                  <a:pt x="5736201" y="35971"/>
                  <a:pt x="5591899" y="18288"/>
                </a:cubicBezTo>
                <a:cubicBezTo>
                  <a:pt x="5447597" y="605"/>
                  <a:pt x="4990303" y="20409"/>
                  <a:pt x="4793056" y="18288"/>
                </a:cubicBezTo>
                <a:cubicBezTo>
                  <a:pt x="4595809" y="16167"/>
                  <a:pt x="4271723" y="2909"/>
                  <a:pt x="4104399" y="18288"/>
                </a:cubicBezTo>
                <a:cubicBezTo>
                  <a:pt x="3937075" y="33667"/>
                  <a:pt x="3923235" y="10730"/>
                  <a:pt x="3746297" y="18288"/>
                </a:cubicBezTo>
                <a:cubicBezTo>
                  <a:pt x="3569359" y="25846"/>
                  <a:pt x="3351081" y="24702"/>
                  <a:pt x="3167825" y="18288"/>
                </a:cubicBezTo>
                <a:cubicBezTo>
                  <a:pt x="2984569" y="11874"/>
                  <a:pt x="2708033" y="13293"/>
                  <a:pt x="2368982" y="18288"/>
                </a:cubicBezTo>
                <a:cubicBezTo>
                  <a:pt x="2029931" y="23283"/>
                  <a:pt x="2009060" y="37671"/>
                  <a:pt x="1900695" y="18288"/>
                </a:cubicBezTo>
                <a:cubicBezTo>
                  <a:pt x="1792330" y="-1095"/>
                  <a:pt x="1183178" y="9337"/>
                  <a:pt x="991667" y="18288"/>
                </a:cubicBezTo>
                <a:cubicBezTo>
                  <a:pt x="800156" y="27239"/>
                  <a:pt x="375690" y="34110"/>
                  <a:pt x="0" y="18288"/>
                </a:cubicBezTo>
                <a:cubicBezTo>
                  <a:pt x="-213" y="9468"/>
                  <a:pt x="187" y="4459"/>
                  <a:pt x="0" y="0"/>
                </a:cubicBezTo>
                <a:close/>
              </a:path>
              <a:path extrusionOk="0" h="18288" w="11018520">
                <a:moveTo>
                  <a:pt x="0" y="0"/>
                </a:moveTo>
                <a:cubicBezTo>
                  <a:pt x="266588" y="-23405"/>
                  <a:pt x="350503" y="-27031"/>
                  <a:pt x="578472" y="0"/>
                </a:cubicBezTo>
                <a:cubicBezTo>
                  <a:pt x="806441" y="27031"/>
                  <a:pt x="803976" y="13604"/>
                  <a:pt x="936574" y="0"/>
                </a:cubicBezTo>
                <a:cubicBezTo>
                  <a:pt x="1069172" y="-13604"/>
                  <a:pt x="1661335" y="-31902"/>
                  <a:pt x="1845602" y="0"/>
                </a:cubicBezTo>
                <a:cubicBezTo>
                  <a:pt x="2029869" y="31902"/>
                  <a:pt x="2273452" y="17005"/>
                  <a:pt x="2424074" y="0"/>
                </a:cubicBezTo>
                <a:cubicBezTo>
                  <a:pt x="2574696" y="-17005"/>
                  <a:pt x="2790864" y="-28133"/>
                  <a:pt x="3002547" y="0"/>
                </a:cubicBezTo>
                <a:cubicBezTo>
                  <a:pt x="3214230" y="28133"/>
                  <a:pt x="3605033" y="-14934"/>
                  <a:pt x="3911575" y="0"/>
                </a:cubicBezTo>
                <a:cubicBezTo>
                  <a:pt x="4218117" y="14934"/>
                  <a:pt x="4198004" y="3604"/>
                  <a:pt x="4379862" y="0"/>
                </a:cubicBezTo>
                <a:cubicBezTo>
                  <a:pt x="4561720" y="-3604"/>
                  <a:pt x="4941151" y="-37368"/>
                  <a:pt x="5288890" y="0"/>
                </a:cubicBezTo>
                <a:cubicBezTo>
                  <a:pt x="5636629" y="37368"/>
                  <a:pt x="6011513" y="-33898"/>
                  <a:pt x="6197918" y="0"/>
                </a:cubicBezTo>
                <a:cubicBezTo>
                  <a:pt x="6384323" y="33898"/>
                  <a:pt x="6555799" y="11241"/>
                  <a:pt x="6886575" y="0"/>
                </a:cubicBezTo>
                <a:cubicBezTo>
                  <a:pt x="7217351" y="-11241"/>
                  <a:pt x="7604472" y="-44614"/>
                  <a:pt x="7795603" y="0"/>
                </a:cubicBezTo>
                <a:cubicBezTo>
                  <a:pt x="7986734" y="44614"/>
                  <a:pt x="8098870" y="-11086"/>
                  <a:pt x="8374075" y="0"/>
                </a:cubicBezTo>
                <a:cubicBezTo>
                  <a:pt x="8649280" y="11086"/>
                  <a:pt x="8701749" y="-25020"/>
                  <a:pt x="8952548" y="0"/>
                </a:cubicBezTo>
                <a:cubicBezTo>
                  <a:pt x="9203347" y="25020"/>
                  <a:pt x="9519297" y="4274"/>
                  <a:pt x="9751390" y="0"/>
                </a:cubicBezTo>
                <a:cubicBezTo>
                  <a:pt x="9983483" y="-4274"/>
                  <a:pt x="10169881" y="16480"/>
                  <a:pt x="10329863" y="0"/>
                </a:cubicBezTo>
                <a:cubicBezTo>
                  <a:pt x="10489845" y="-16480"/>
                  <a:pt x="10750941" y="-9727"/>
                  <a:pt x="11018520" y="0"/>
                </a:cubicBezTo>
                <a:cubicBezTo>
                  <a:pt x="11018113" y="8690"/>
                  <a:pt x="11018366" y="14141"/>
                  <a:pt x="11018520" y="18288"/>
                </a:cubicBezTo>
                <a:cubicBezTo>
                  <a:pt x="10841176" y="-3597"/>
                  <a:pt x="10399304" y="41504"/>
                  <a:pt x="10219677" y="18288"/>
                </a:cubicBezTo>
                <a:cubicBezTo>
                  <a:pt x="10040050" y="-4928"/>
                  <a:pt x="10030762" y="16144"/>
                  <a:pt x="9861575" y="18288"/>
                </a:cubicBezTo>
                <a:cubicBezTo>
                  <a:pt x="9692388" y="20432"/>
                  <a:pt x="9529439" y="40380"/>
                  <a:pt x="9393288" y="18288"/>
                </a:cubicBezTo>
                <a:cubicBezTo>
                  <a:pt x="9257137" y="-3804"/>
                  <a:pt x="8825003" y="25592"/>
                  <a:pt x="8484260" y="18288"/>
                </a:cubicBezTo>
                <a:cubicBezTo>
                  <a:pt x="8143517" y="10984"/>
                  <a:pt x="8082894" y="45968"/>
                  <a:pt x="7795603" y="18288"/>
                </a:cubicBezTo>
                <a:cubicBezTo>
                  <a:pt x="7508312" y="-9392"/>
                  <a:pt x="7466074" y="19486"/>
                  <a:pt x="7327316" y="18288"/>
                </a:cubicBezTo>
                <a:cubicBezTo>
                  <a:pt x="7188558" y="17090"/>
                  <a:pt x="6869645" y="4657"/>
                  <a:pt x="6638658" y="18288"/>
                </a:cubicBezTo>
                <a:cubicBezTo>
                  <a:pt x="6407671" y="31919"/>
                  <a:pt x="6359238" y="35967"/>
                  <a:pt x="6280556" y="18288"/>
                </a:cubicBezTo>
                <a:cubicBezTo>
                  <a:pt x="6201874" y="609"/>
                  <a:pt x="6041216" y="22404"/>
                  <a:pt x="5922455" y="18288"/>
                </a:cubicBezTo>
                <a:cubicBezTo>
                  <a:pt x="5803694" y="14172"/>
                  <a:pt x="5555521" y="48848"/>
                  <a:pt x="5233797" y="18288"/>
                </a:cubicBezTo>
                <a:cubicBezTo>
                  <a:pt x="4912073" y="-12272"/>
                  <a:pt x="4986440" y="-2740"/>
                  <a:pt x="4765510" y="18288"/>
                </a:cubicBezTo>
                <a:cubicBezTo>
                  <a:pt x="4544580" y="39316"/>
                  <a:pt x="4177715" y="18248"/>
                  <a:pt x="3966667" y="18288"/>
                </a:cubicBezTo>
                <a:cubicBezTo>
                  <a:pt x="3755619" y="18328"/>
                  <a:pt x="3664519" y="22387"/>
                  <a:pt x="3498380" y="18288"/>
                </a:cubicBezTo>
                <a:cubicBezTo>
                  <a:pt x="3332241" y="14189"/>
                  <a:pt x="3065858" y="-7524"/>
                  <a:pt x="2699537" y="18288"/>
                </a:cubicBezTo>
                <a:cubicBezTo>
                  <a:pt x="2333216" y="44100"/>
                  <a:pt x="2505666" y="4650"/>
                  <a:pt x="2341436" y="18288"/>
                </a:cubicBezTo>
                <a:cubicBezTo>
                  <a:pt x="2177206" y="31926"/>
                  <a:pt x="1790164" y="19880"/>
                  <a:pt x="1542593" y="18288"/>
                </a:cubicBezTo>
                <a:cubicBezTo>
                  <a:pt x="1295022" y="16696"/>
                  <a:pt x="1218012" y="39325"/>
                  <a:pt x="1074306" y="18288"/>
                </a:cubicBezTo>
                <a:cubicBezTo>
                  <a:pt x="930600" y="-2749"/>
                  <a:pt x="797266" y="24589"/>
                  <a:pt x="716204" y="18288"/>
                </a:cubicBezTo>
                <a:cubicBezTo>
                  <a:pt x="635142" y="11987"/>
                  <a:pt x="344503" y="41396"/>
                  <a:pt x="0" y="18288"/>
                </a:cubicBezTo>
                <a:cubicBezTo>
                  <a:pt x="-53" y="11301"/>
                  <a:pt x="-649" y="7756"/>
                  <a:pt x="0" y="0"/>
                </a:cubicBezTo>
                <a:close/>
              </a:path>
            </a:pathLst>
          </a:custGeom>
          <a:solidFill>
            <a:srgbClr val="398DED"/>
          </a:solidFill>
          <a:ln cap="rnd" cmpd="sng" w="38100">
            <a:solidFill>
              <a:srgbClr val="398DE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id="164" name="Google Shape;164;p21"/>
          <p:cNvPicPr preferRelativeResize="0"/>
          <p:nvPr>
            <p:ph idx="2" type="pic"/>
          </p:nvPr>
        </p:nvPicPr>
        <p:blipFill rotWithShape="1">
          <a:blip r:embed="rId3">
            <a:alphaModFix/>
          </a:blip>
          <a:srcRect b="-3" l="3345" r="205" t="0"/>
          <a:stretch/>
        </p:blipFill>
        <p:spPr>
          <a:xfrm>
            <a:off x="572492" y="2089604"/>
            <a:ext cx="3941064" cy="4096511"/>
          </a:xfrm>
          <a:prstGeom prst="rect">
            <a:avLst/>
          </a:prstGeom>
          <a:noFill/>
          <a:ln>
            <a:noFill/>
          </a:ln>
        </p:spPr>
      </p:pic>
      <p:sp>
        <p:nvSpPr>
          <p:cNvPr id="165" name="Google Shape;165;p21"/>
          <p:cNvSpPr txBox="1"/>
          <p:nvPr>
            <p:ph idx="1" type="body"/>
          </p:nvPr>
        </p:nvSpPr>
        <p:spPr>
          <a:xfrm>
            <a:off x="4905955" y="2071316"/>
            <a:ext cx="6713552" cy="4096511"/>
          </a:xfrm>
          <a:prstGeom prst="rect">
            <a:avLst/>
          </a:prstGeom>
          <a:noFill/>
          <a:ln>
            <a:noFill/>
          </a:ln>
        </p:spPr>
        <p:txBody>
          <a:bodyPr anchorCtr="0" anchor="t" bIns="45700" lIns="91425" spcFirstLastPara="1" rIns="91425" wrap="square" tIns="45700">
            <a:normAutofit/>
          </a:bodyPr>
          <a:lstStyle/>
          <a:p>
            <a:pPr indent="0" lvl="0" marL="228600" rtl="0" algn="l">
              <a:lnSpc>
                <a:spcPct val="100000"/>
              </a:lnSpc>
              <a:spcBef>
                <a:spcPts val="0"/>
              </a:spcBef>
              <a:spcAft>
                <a:spcPts val="0"/>
              </a:spcAft>
              <a:buClr>
                <a:schemeClr val="dk1"/>
              </a:buClr>
              <a:buSzPts val="3200"/>
              <a:buNone/>
            </a:pPr>
            <a:r>
              <a:rPr b="0" i="0" lang="en-US" sz="1800" u="none" strike="noStrike"/>
              <a:t>The DHT11 is a basic, ultra low-cost digital temperature and humidity sensor. It uses a capacitive humidity sensor and a thermistor to measure the surrounding air and spits out a digital signal on the data pin (no analog input pins are needed). It’s fairly simple to use but requires careful timing to grab data. You can get new data from it once every 2 seconds, so when using the library from Thingspeak, sensor readings can be up to 2 seconds old.</a:t>
            </a:r>
            <a:endParaRPr b="0" sz="1800"/>
          </a:p>
          <a:p>
            <a:pPr indent="0" lvl="0" marL="0" rtl="0" algn="l">
              <a:lnSpc>
                <a:spcPct val="100000"/>
              </a:lnSpc>
              <a:spcBef>
                <a:spcPts val="1000"/>
              </a:spcBef>
              <a:spcAft>
                <a:spcPts val="0"/>
              </a:spcAft>
              <a:buClr>
                <a:schemeClr val="dk1"/>
              </a:buClr>
              <a:buSzPts val="2700"/>
              <a:buNone/>
            </a:pPr>
            <a:br>
              <a:rPr lang="en-US" sz="1800"/>
            </a:br>
            <a:endParaRPr sz="18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9" name="Shape 169"/>
        <p:cNvGrpSpPr/>
        <p:nvPr/>
      </p:nvGrpSpPr>
      <p:grpSpPr>
        <a:xfrm>
          <a:off x="0" y="0"/>
          <a:ext cx="0" cy="0"/>
          <a:chOff x="0" y="0"/>
          <a:chExt cx="0" cy="0"/>
        </a:xfrm>
      </p:grpSpPr>
      <p:sp>
        <p:nvSpPr>
          <p:cNvPr id="170" name="Google Shape;170;p22"/>
          <p:cNvSpPr/>
          <p:nvPr/>
        </p:nvSpPr>
        <p:spPr>
          <a:xfrm>
            <a:off x="838199" y="1709928"/>
            <a:ext cx="10515600" cy="27432"/>
          </a:xfrm>
          <a:custGeom>
            <a:rect b="b" l="l" r="r" t="t"/>
            <a:pathLst>
              <a:path extrusionOk="0" fill="none" h="27432" w="10515600">
                <a:moveTo>
                  <a:pt x="0" y="0"/>
                </a:moveTo>
                <a:cubicBezTo>
                  <a:pt x="119693" y="-14343"/>
                  <a:pt x="253007" y="-7583"/>
                  <a:pt x="446913" y="0"/>
                </a:cubicBezTo>
                <a:cubicBezTo>
                  <a:pt x="640819" y="7583"/>
                  <a:pt x="841419" y="-7067"/>
                  <a:pt x="1104138" y="0"/>
                </a:cubicBezTo>
                <a:cubicBezTo>
                  <a:pt x="1366858" y="7067"/>
                  <a:pt x="1495525" y="1255"/>
                  <a:pt x="1866519" y="0"/>
                </a:cubicBezTo>
                <a:cubicBezTo>
                  <a:pt x="2237513" y="-1255"/>
                  <a:pt x="2043820" y="12003"/>
                  <a:pt x="2208276" y="0"/>
                </a:cubicBezTo>
                <a:cubicBezTo>
                  <a:pt x="2372732" y="-12003"/>
                  <a:pt x="2419452" y="9887"/>
                  <a:pt x="2550033" y="0"/>
                </a:cubicBezTo>
                <a:cubicBezTo>
                  <a:pt x="2680614" y="-9887"/>
                  <a:pt x="3098156" y="3827"/>
                  <a:pt x="3417570" y="0"/>
                </a:cubicBezTo>
                <a:cubicBezTo>
                  <a:pt x="3736984" y="-3827"/>
                  <a:pt x="3916040" y="-6233"/>
                  <a:pt x="4074795" y="0"/>
                </a:cubicBezTo>
                <a:cubicBezTo>
                  <a:pt x="4233551" y="6233"/>
                  <a:pt x="4279253" y="5661"/>
                  <a:pt x="4416552" y="0"/>
                </a:cubicBezTo>
                <a:cubicBezTo>
                  <a:pt x="4553851" y="-5661"/>
                  <a:pt x="4915758" y="26022"/>
                  <a:pt x="5073777" y="0"/>
                </a:cubicBezTo>
                <a:cubicBezTo>
                  <a:pt x="5231797" y="-26022"/>
                  <a:pt x="5612089" y="32230"/>
                  <a:pt x="5941314" y="0"/>
                </a:cubicBezTo>
                <a:cubicBezTo>
                  <a:pt x="6270539" y="-32230"/>
                  <a:pt x="6313600" y="3064"/>
                  <a:pt x="6493383" y="0"/>
                </a:cubicBezTo>
                <a:cubicBezTo>
                  <a:pt x="6673166" y="-3064"/>
                  <a:pt x="6902474" y="-21096"/>
                  <a:pt x="7045452" y="0"/>
                </a:cubicBezTo>
                <a:cubicBezTo>
                  <a:pt x="7188430" y="21096"/>
                  <a:pt x="7478162" y="17386"/>
                  <a:pt x="7702677" y="0"/>
                </a:cubicBezTo>
                <a:cubicBezTo>
                  <a:pt x="7927192" y="-17386"/>
                  <a:pt x="8295683" y="-35143"/>
                  <a:pt x="8465058" y="0"/>
                </a:cubicBezTo>
                <a:cubicBezTo>
                  <a:pt x="8634433" y="35143"/>
                  <a:pt x="8927835" y="4103"/>
                  <a:pt x="9227439" y="0"/>
                </a:cubicBezTo>
                <a:cubicBezTo>
                  <a:pt x="9527043" y="-4103"/>
                  <a:pt x="10105355" y="-17535"/>
                  <a:pt x="10515600" y="0"/>
                </a:cubicBezTo>
                <a:cubicBezTo>
                  <a:pt x="10515789" y="12323"/>
                  <a:pt x="10515633" y="14639"/>
                  <a:pt x="10515600" y="27432"/>
                </a:cubicBezTo>
                <a:cubicBezTo>
                  <a:pt x="10343646" y="15282"/>
                  <a:pt x="10223667" y="31057"/>
                  <a:pt x="10068687" y="27432"/>
                </a:cubicBezTo>
                <a:cubicBezTo>
                  <a:pt x="9913707" y="23807"/>
                  <a:pt x="9512455" y="4101"/>
                  <a:pt x="9201150" y="27432"/>
                </a:cubicBezTo>
                <a:cubicBezTo>
                  <a:pt x="8889845" y="50763"/>
                  <a:pt x="8866277" y="3158"/>
                  <a:pt x="8543925" y="27432"/>
                </a:cubicBezTo>
                <a:cubicBezTo>
                  <a:pt x="8221573" y="51706"/>
                  <a:pt x="8288348" y="37286"/>
                  <a:pt x="8202168" y="27432"/>
                </a:cubicBezTo>
                <a:cubicBezTo>
                  <a:pt x="8115988" y="17578"/>
                  <a:pt x="7797033" y="6631"/>
                  <a:pt x="7544943" y="27432"/>
                </a:cubicBezTo>
                <a:cubicBezTo>
                  <a:pt x="7292854" y="48233"/>
                  <a:pt x="7108060" y="41767"/>
                  <a:pt x="6992874" y="27432"/>
                </a:cubicBezTo>
                <a:cubicBezTo>
                  <a:pt x="6877688" y="13097"/>
                  <a:pt x="6668930" y="7947"/>
                  <a:pt x="6440805" y="27432"/>
                </a:cubicBezTo>
                <a:cubicBezTo>
                  <a:pt x="6212680" y="46917"/>
                  <a:pt x="6027476" y="35225"/>
                  <a:pt x="5888736" y="27432"/>
                </a:cubicBezTo>
                <a:cubicBezTo>
                  <a:pt x="5749996" y="19639"/>
                  <a:pt x="5574559" y="43627"/>
                  <a:pt x="5336667" y="27432"/>
                </a:cubicBezTo>
                <a:cubicBezTo>
                  <a:pt x="5098775" y="11237"/>
                  <a:pt x="4837534" y="41882"/>
                  <a:pt x="4574286" y="27432"/>
                </a:cubicBezTo>
                <a:cubicBezTo>
                  <a:pt x="4311038" y="12982"/>
                  <a:pt x="4126419" y="26678"/>
                  <a:pt x="3917061" y="27432"/>
                </a:cubicBezTo>
                <a:cubicBezTo>
                  <a:pt x="3707704" y="28186"/>
                  <a:pt x="3657291" y="40087"/>
                  <a:pt x="3575304" y="27432"/>
                </a:cubicBezTo>
                <a:cubicBezTo>
                  <a:pt x="3493317" y="14777"/>
                  <a:pt x="3185226" y="45867"/>
                  <a:pt x="3023235" y="27432"/>
                </a:cubicBezTo>
                <a:cubicBezTo>
                  <a:pt x="2861244" y="8997"/>
                  <a:pt x="2597085" y="35801"/>
                  <a:pt x="2260854" y="27432"/>
                </a:cubicBezTo>
                <a:cubicBezTo>
                  <a:pt x="1924623" y="19063"/>
                  <a:pt x="1996678" y="15705"/>
                  <a:pt x="1813941" y="27432"/>
                </a:cubicBezTo>
                <a:cubicBezTo>
                  <a:pt x="1631204" y="39159"/>
                  <a:pt x="1187542" y="49167"/>
                  <a:pt x="946404" y="27432"/>
                </a:cubicBezTo>
                <a:cubicBezTo>
                  <a:pt x="705266" y="5697"/>
                  <a:pt x="404743" y="28229"/>
                  <a:pt x="0" y="27432"/>
                </a:cubicBezTo>
                <a:cubicBezTo>
                  <a:pt x="244" y="15297"/>
                  <a:pt x="645" y="7129"/>
                  <a:pt x="0" y="0"/>
                </a:cubicBezTo>
                <a:close/>
              </a:path>
              <a:path extrusionOk="0" h="27432" w="1051560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15650" y="5798"/>
                  <a:pt x="10515903" y="19375"/>
                  <a:pt x="10515600" y="27432"/>
                </a:cubicBezTo>
                <a:cubicBezTo>
                  <a:pt x="10304538" y="42307"/>
                  <a:pt x="10069280" y="3335"/>
                  <a:pt x="9753219" y="27432"/>
                </a:cubicBezTo>
                <a:cubicBezTo>
                  <a:pt x="9437158" y="51529"/>
                  <a:pt x="9488415" y="23852"/>
                  <a:pt x="9411462" y="27432"/>
                </a:cubicBezTo>
                <a:cubicBezTo>
                  <a:pt x="9334509" y="31012"/>
                  <a:pt x="9183755" y="44107"/>
                  <a:pt x="8964549" y="27432"/>
                </a:cubicBezTo>
                <a:cubicBezTo>
                  <a:pt x="8745343" y="10757"/>
                  <a:pt x="8279150" y="61693"/>
                  <a:pt x="8097012" y="27432"/>
                </a:cubicBezTo>
                <a:cubicBezTo>
                  <a:pt x="7914874" y="-6829"/>
                  <a:pt x="7608717" y="59556"/>
                  <a:pt x="7439787" y="27432"/>
                </a:cubicBezTo>
                <a:cubicBezTo>
                  <a:pt x="7270858" y="-4692"/>
                  <a:pt x="7154492" y="27026"/>
                  <a:pt x="6992874" y="27432"/>
                </a:cubicBezTo>
                <a:cubicBezTo>
                  <a:pt x="6831256" y="27838"/>
                  <a:pt x="6536817" y="51174"/>
                  <a:pt x="6335649" y="27432"/>
                </a:cubicBezTo>
                <a:cubicBezTo>
                  <a:pt x="6134481" y="3690"/>
                  <a:pt x="6097824" y="11070"/>
                  <a:pt x="5993892" y="27432"/>
                </a:cubicBezTo>
                <a:cubicBezTo>
                  <a:pt x="5889960" y="43794"/>
                  <a:pt x="5793821" y="34098"/>
                  <a:pt x="5652135" y="27432"/>
                </a:cubicBezTo>
                <a:cubicBezTo>
                  <a:pt x="5510449" y="20766"/>
                  <a:pt x="5168382" y="-3650"/>
                  <a:pt x="4994910" y="27432"/>
                </a:cubicBezTo>
                <a:cubicBezTo>
                  <a:pt x="4821439" y="58514"/>
                  <a:pt x="4653937" y="21362"/>
                  <a:pt x="4547997" y="27432"/>
                </a:cubicBezTo>
                <a:cubicBezTo>
                  <a:pt x="4442057" y="33502"/>
                  <a:pt x="4153363" y="33024"/>
                  <a:pt x="3785616" y="27432"/>
                </a:cubicBezTo>
                <a:cubicBezTo>
                  <a:pt x="3417869" y="21840"/>
                  <a:pt x="3544908" y="29840"/>
                  <a:pt x="3338703" y="27432"/>
                </a:cubicBezTo>
                <a:cubicBezTo>
                  <a:pt x="3132498" y="25024"/>
                  <a:pt x="2782152" y="45947"/>
                  <a:pt x="2576322" y="27432"/>
                </a:cubicBezTo>
                <a:cubicBezTo>
                  <a:pt x="2370492" y="8917"/>
                  <a:pt x="2347214" y="14129"/>
                  <a:pt x="2234565" y="27432"/>
                </a:cubicBezTo>
                <a:cubicBezTo>
                  <a:pt x="2121916" y="40735"/>
                  <a:pt x="1785921" y="49081"/>
                  <a:pt x="1472184" y="27432"/>
                </a:cubicBezTo>
                <a:cubicBezTo>
                  <a:pt x="1158447" y="5783"/>
                  <a:pt x="1203910" y="37937"/>
                  <a:pt x="1025271" y="27432"/>
                </a:cubicBezTo>
                <a:cubicBezTo>
                  <a:pt x="846632" y="16927"/>
                  <a:pt x="846577" y="17996"/>
                  <a:pt x="683514" y="27432"/>
                </a:cubicBezTo>
                <a:cubicBezTo>
                  <a:pt x="520451" y="36868"/>
                  <a:pt x="320799" y="46677"/>
                  <a:pt x="0" y="27432"/>
                </a:cubicBezTo>
                <a:cubicBezTo>
                  <a:pt x="-510" y="19859"/>
                  <a:pt x="-1106" y="11474"/>
                  <a:pt x="0" y="0"/>
                </a:cubicBezTo>
                <a:close/>
              </a:path>
            </a:pathLst>
          </a:custGeom>
          <a:solidFill>
            <a:schemeClr val="dk1"/>
          </a:solidFill>
          <a:ln cap="rnd" cmpd="sng" w="381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71" name="Google Shape;171;p22"/>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72" name="Google Shape;172;p22"/>
          <p:cNvSpPr txBox="1"/>
          <p:nvPr>
            <p:ph type="title"/>
          </p:nvPr>
        </p:nvSpPr>
        <p:spPr>
          <a:xfrm>
            <a:off x="576072" y="238539"/>
            <a:ext cx="11018520" cy="1434415"/>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1"/>
              </a:buClr>
              <a:buSzPts val="7200"/>
              <a:buFont typeface="Arial"/>
              <a:buNone/>
            </a:pPr>
            <a:r>
              <a:rPr b="0" i="0" lang="en-US" sz="7200" u="none" strike="noStrike"/>
              <a:t>GPS MODULE</a:t>
            </a:r>
            <a:endParaRPr sz="7200"/>
          </a:p>
        </p:txBody>
      </p:sp>
      <p:sp>
        <p:nvSpPr>
          <p:cNvPr id="173" name="Google Shape;173;p22"/>
          <p:cNvSpPr/>
          <p:nvPr/>
        </p:nvSpPr>
        <p:spPr>
          <a:xfrm>
            <a:off x="576072" y="1817073"/>
            <a:ext cx="11018520" cy="18288"/>
          </a:xfrm>
          <a:custGeom>
            <a:rect b="b" l="l" r="r" t="t"/>
            <a:pathLst>
              <a:path extrusionOk="0" fill="none" h="18288" w="11018520">
                <a:moveTo>
                  <a:pt x="0" y="0"/>
                </a:moveTo>
                <a:cubicBezTo>
                  <a:pt x="176840" y="19448"/>
                  <a:pt x="369510" y="1686"/>
                  <a:pt x="468287" y="0"/>
                </a:cubicBezTo>
                <a:cubicBezTo>
                  <a:pt x="567064" y="-1686"/>
                  <a:pt x="844925" y="28710"/>
                  <a:pt x="1156945" y="0"/>
                </a:cubicBezTo>
                <a:cubicBezTo>
                  <a:pt x="1468965" y="-28710"/>
                  <a:pt x="1755775" y="35306"/>
                  <a:pt x="1955787" y="0"/>
                </a:cubicBezTo>
                <a:cubicBezTo>
                  <a:pt x="2155799" y="-35306"/>
                  <a:pt x="2224532" y="-16632"/>
                  <a:pt x="2313889" y="0"/>
                </a:cubicBezTo>
                <a:cubicBezTo>
                  <a:pt x="2403246" y="16632"/>
                  <a:pt x="2494050" y="6083"/>
                  <a:pt x="2671991" y="0"/>
                </a:cubicBezTo>
                <a:cubicBezTo>
                  <a:pt x="2849932" y="-6083"/>
                  <a:pt x="3354152" y="34614"/>
                  <a:pt x="3581019" y="0"/>
                </a:cubicBezTo>
                <a:cubicBezTo>
                  <a:pt x="3807886" y="-34614"/>
                  <a:pt x="4022451" y="14254"/>
                  <a:pt x="4269677" y="0"/>
                </a:cubicBezTo>
                <a:cubicBezTo>
                  <a:pt x="4516903" y="-14254"/>
                  <a:pt x="4514495" y="-13291"/>
                  <a:pt x="4627778" y="0"/>
                </a:cubicBezTo>
                <a:cubicBezTo>
                  <a:pt x="4741061" y="13291"/>
                  <a:pt x="5120758" y="-22660"/>
                  <a:pt x="5316436" y="0"/>
                </a:cubicBezTo>
                <a:cubicBezTo>
                  <a:pt x="5512114" y="22660"/>
                  <a:pt x="5812155" y="-9513"/>
                  <a:pt x="6225464" y="0"/>
                </a:cubicBezTo>
                <a:cubicBezTo>
                  <a:pt x="6638773" y="9513"/>
                  <a:pt x="6545417" y="2479"/>
                  <a:pt x="6803936" y="0"/>
                </a:cubicBezTo>
                <a:cubicBezTo>
                  <a:pt x="7062455" y="-2479"/>
                  <a:pt x="7245098" y="-20209"/>
                  <a:pt x="7382408" y="0"/>
                </a:cubicBezTo>
                <a:cubicBezTo>
                  <a:pt x="7519718" y="20209"/>
                  <a:pt x="7801947" y="19736"/>
                  <a:pt x="8071066" y="0"/>
                </a:cubicBezTo>
                <a:cubicBezTo>
                  <a:pt x="8340185" y="-19736"/>
                  <a:pt x="8495312" y="-6666"/>
                  <a:pt x="8869909" y="0"/>
                </a:cubicBezTo>
                <a:cubicBezTo>
                  <a:pt x="9244506" y="6666"/>
                  <a:pt x="9501461" y="-13745"/>
                  <a:pt x="9668751" y="0"/>
                </a:cubicBezTo>
                <a:cubicBezTo>
                  <a:pt x="9836041" y="13745"/>
                  <a:pt x="10607605" y="14143"/>
                  <a:pt x="11018520" y="0"/>
                </a:cubicBezTo>
                <a:cubicBezTo>
                  <a:pt x="11019166" y="4451"/>
                  <a:pt x="11019010" y="9226"/>
                  <a:pt x="11018520" y="18288"/>
                </a:cubicBezTo>
                <a:cubicBezTo>
                  <a:pt x="10834966" y="15274"/>
                  <a:pt x="10754561" y="35250"/>
                  <a:pt x="10550233" y="18288"/>
                </a:cubicBezTo>
                <a:cubicBezTo>
                  <a:pt x="10345905" y="1326"/>
                  <a:pt x="9906342" y="45884"/>
                  <a:pt x="9641205" y="18288"/>
                </a:cubicBezTo>
                <a:cubicBezTo>
                  <a:pt x="9376068" y="-9308"/>
                  <a:pt x="9177188" y="43988"/>
                  <a:pt x="8952548" y="18288"/>
                </a:cubicBezTo>
                <a:cubicBezTo>
                  <a:pt x="8727908" y="-7412"/>
                  <a:pt x="8707007" y="3271"/>
                  <a:pt x="8594446" y="18288"/>
                </a:cubicBezTo>
                <a:cubicBezTo>
                  <a:pt x="8481885" y="33305"/>
                  <a:pt x="8175004" y="35109"/>
                  <a:pt x="7905788" y="18288"/>
                </a:cubicBezTo>
                <a:cubicBezTo>
                  <a:pt x="7636572" y="1467"/>
                  <a:pt x="7535638" y="7399"/>
                  <a:pt x="7327316" y="18288"/>
                </a:cubicBezTo>
                <a:cubicBezTo>
                  <a:pt x="7118994" y="29177"/>
                  <a:pt x="6978247" y="47205"/>
                  <a:pt x="6748844" y="18288"/>
                </a:cubicBezTo>
                <a:cubicBezTo>
                  <a:pt x="6519441" y="-10629"/>
                  <a:pt x="6459241" y="43308"/>
                  <a:pt x="6170371" y="18288"/>
                </a:cubicBezTo>
                <a:cubicBezTo>
                  <a:pt x="5881501" y="-6732"/>
                  <a:pt x="5736201" y="35971"/>
                  <a:pt x="5591899" y="18288"/>
                </a:cubicBezTo>
                <a:cubicBezTo>
                  <a:pt x="5447597" y="605"/>
                  <a:pt x="4990303" y="20409"/>
                  <a:pt x="4793056" y="18288"/>
                </a:cubicBezTo>
                <a:cubicBezTo>
                  <a:pt x="4595809" y="16167"/>
                  <a:pt x="4271723" y="2909"/>
                  <a:pt x="4104399" y="18288"/>
                </a:cubicBezTo>
                <a:cubicBezTo>
                  <a:pt x="3937075" y="33667"/>
                  <a:pt x="3923235" y="10730"/>
                  <a:pt x="3746297" y="18288"/>
                </a:cubicBezTo>
                <a:cubicBezTo>
                  <a:pt x="3569359" y="25846"/>
                  <a:pt x="3351081" y="24702"/>
                  <a:pt x="3167825" y="18288"/>
                </a:cubicBezTo>
                <a:cubicBezTo>
                  <a:pt x="2984569" y="11874"/>
                  <a:pt x="2708033" y="13293"/>
                  <a:pt x="2368982" y="18288"/>
                </a:cubicBezTo>
                <a:cubicBezTo>
                  <a:pt x="2029931" y="23283"/>
                  <a:pt x="2009060" y="37671"/>
                  <a:pt x="1900695" y="18288"/>
                </a:cubicBezTo>
                <a:cubicBezTo>
                  <a:pt x="1792330" y="-1095"/>
                  <a:pt x="1183178" y="9337"/>
                  <a:pt x="991667" y="18288"/>
                </a:cubicBezTo>
                <a:cubicBezTo>
                  <a:pt x="800156" y="27239"/>
                  <a:pt x="375690" y="34110"/>
                  <a:pt x="0" y="18288"/>
                </a:cubicBezTo>
                <a:cubicBezTo>
                  <a:pt x="-213" y="9468"/>
                  <a:pt x="187" y="4459"/>
                  <a:pt x="0" y="0"/>
                </a:cubicBezTo>
                <a:close/>
              </a:path>
              <a:path extrusionOk="0" h="18288" w="11018520">
                <a:moveTo>
                  <a:pt x="0" y="0"/>
                </a:moveTo>
                <a:cubicBezTo>
                  <a:pt x="266588" y="-23405"/>
                  <a:pt x="350503" y="-27031"/>
                  <a:pt x="578472" y="0"/>
                </a:cubicBezTo>
                <a:cubicBezTo>
                  <a:pt x="806441" y="27031"/>
                  <a:pt x="803976" y="13604"/>
                  <a:pt x="936574" y="0"/>
                </a:cubicBezTo>
                <a:cubicBezTo>
                  <a:pt x="1069172" y="-13604"/>
                  <a:pt x="1661335" y="-31902"/>
                  <a:pt x="1845602" y="0"/>
                </a:cubicBezTo>
                <a:cubicBezTo>
                  <a:pt x="2029869" y="31902"/>
                  <a:pt x="2273452" y="17005"/>
                  <a:pt x="2424074" y="0"/>
                </a:cubicBezTo>
                <a:cubicBezTo>
                  <a:pt x="2574696" y="-17005"/>
                  <a:pt x="2790864" y="-28133"/>
                  <a:pt x="3002547" y="0"/>
                </a:cubicBezTo>
                <a:cubicBezTo>
                  <a:pt x="3214230" y="28133"/>
                  <a:pt x="3605033" y="-14934"/>
                  <a:pt x="3911575" y="0"/>
                </a:cubicBezTo>
                <a:cubicBezTo>
                  <a:pt x="4218117" y="14934"/>
                  <a:pt x="4198004" y="3604"/>
                  <a:pt x="4379862" y="0"/>
                </a:cubicBezTo>
                <a:cubicBezTo>
                  <a:pt x="4561720" y="-3604"/>
                  <a:pt x="4941151" y="-37368"/>
                  <a:pt x="5288890" y="0"/>
                </a:cubicBezTo>
                <a:cubicBezTo>
                  <a:pt x="5636629" y="37368"/>
                  <a:pt x="6011513" y="-33898"/>
                  <a:pt x="6197918" y="0"/>
                </a:cubicBezTo>
                <a:cubicBezTo>
                  <a:pt x="6384323" y="33898"/>
                  <a:pt x="6555799" y="11241"/>
                  <a:pt x="6886575" y="0"/>
                </a:cubicBezTo>
                <a:cubicBezTo>
                  <a:pt x="7217351" y="-11241"/>
                  <a:pt x="7604472" y="-44614"/>
                  <a:pt x="7795603" y="0"/>
                </a:cubicBezTo>
                <a:cubicBezTo>
                  <a:pt x="7986734" y="44614"/>
                  <a:pt x="8098870" y="-11086"/>
                  <a:pt x="8374075" y="0"/>
                </a:cubicBezTo>
                <a:cubicBezTo>
                  <a:pt x="8649280" y="11086"/>
                  <a:pt x="8701749" y="-25020"/>
                  <a:pt x="8952548" y="0"/>
                </a:cubicBezTo>
                <a:cubicBezTo>
                  <a:pt x="9203347" y="25020"/>
                  <a:pt x="9519297" y="4274"/>
                  <a:pt x="9751390" y="0"/>
                </a:cubicBezTo>
                <a:cubicBezTo>
                  <a:pt x="9983483" y="-4274"/>
                  <a:pt x="10169881" y="16480"/>
                  <a:pt x="10329863" y="0"/>
                </a:cubicBezTo>
                <a:cubicBezTo>
                  <a:pt x="10489845" y="-16480"/>
                  <a:pt x="10750941" y="-9727"/>
                  <a:pt x="11018520" y="0"/>
                </a:cubicBezTo>
                <a:cubicBezTo>
                  <a:pt x="11018113" y="8690"/>
                  <a:pt x="11018366" y="14141"/>
                  <a:pt x="11018520" y="18288"/>
                </a:cubicBezTo>
                <a:cubicBezTo>
                  <a:pt x="10841176" y="-3597"/>
                  <a:pt x="10399304" y="41504"/>
                  <a:pt x="10219677" y="18288"/>
                </a:cubicBezTo>
                <a:cubicBezTo>
                  <a:pt x="10040050" y="-4928"/>
                  <a:pt x="10030762" y="16144"/>
                  <a:pt x="9861575" y="18288"/>
                </a:cubicBezTo>
                <a:cubicBezTo>
                  <a:pt x="9692388" y="20432"/>
                  <a:pt x="9529439" y="40380"/>
                  <a:pt x="9393288" y="18288"/>
                </a:cubicBezTo>
                <a:cubicBezTo>
                  <a:pt x="9257137" y="-3804"/>
                  <a:pt x="8825003" y="25592"/>
                  <a:pt x="8484260" y="18288"/>
                </a:cubicBezTo>
                <a:cubicBezTo>
                  <a:pt x="8143517" y="10984"/>
                  <a:pt x="8082894" y="45968"/>
                  <a:pt x="7795603" y="18288"/>
                </a:cubicBezTo>
                <a:cubicBezTo>
                  <a:pt x="7508312" y="-9392"/>
                  <a:pt x="7466074" y="19486"/>
                  <a:pt x="7327316" y="18288"/>
                </a:cubicBezTo>
                <a:cubicBezTo>
                  <a:pt x="7188558" y="17090"/>
                  <a:pt x="6869645" y="4657"/>
                  <a:pt x="6638658" y="18288"/>
                </a:cubicBezTo>
                <a:cubicBezTo>
                  <a:pt x="6407671" y="31919"/>
                  <a:pt x="6359238" y="35967"/>
                  <a:pt x="6280556" y="18288"/>
                </a:cubicBezTo>
                <a:cubicBezTo>
                  <a:pt x="6201874" y="609"/>
                  <a:pt x="6041216" y="22404"/>
                  <a:pt x="5922455" y="18288"/>
                </a:cubicBezTo>
                <a:cubicBezTo>
                  <a:pt x="5803694" y="14172"/>
                  <a:pt x="5555521" y="48848"/>
                  <a:pt x="5233797" y="18288"/>
                </a:cubicBezTo>
                <a:cubicBezTo>
                  <a:pt x="4912073" y="-12272"/>
                  <a:pt x="4986440" y="-2740"/>
                  <a:pt x="4765510" y="18288"/>
                </a:cubicBezTo>
                <a:cubicBezTo>
                  <a:pt x="4544580" y="39316"/>
                  <a:pt x="4177715" y="18248"/>
                  <a:pt x="3966667" y="18288"/>
                </a:cubicBezTo>
                <a:cubicBezTo>
                  <a:pt x="3755619" y="18328"/>
                  <a:pt x="3664519" y="22387"/>
                  <a:pt x="3498380" y="18288"/>
                </a:cubicBezTo>
                <a:cubicBezTo>
                  <a:pt x="3332241" y="14189"/>
                  <a:pt x="3065858" y="-7524"/>
                  <a:pt x="2699537" y="18288"/>
                </a:cubicBezTo>
                <a:cubicBezTo>
                  <a:pt x="2333216" y="44100"/>
                  <a:pt x="2505666" y="4650"/>
                  <a:pt x="2341436" y="18288"/>
                </a:cubicBezTo>
                <a:cubicBezTo>
                  <a:pt x="2177206" y="31926"/>
                  <a:pt x="1790164" y="19880"/>
                  <a:pt x="1542593" y="18288"/>
                </a:cubicBezTo>
                <a:cubicBezTo>
                  <a:pt x="1295022" y="16696"/>
                  <a:pt x="1218012" y="39325"/>
                  <a:pt x="1074306" y="18288"/>
                </a:cubicBezTo>
                <a:cubicBezTo>
                  <a:pt x="930600" y="-2749"/>
                  <a:pt x="797266" y="24589"/>
                  <a:pt x="716204" y="18288"/>
                </a:cubicBezTo>
                <a:cubicBezTo>
                  <a:pt x="635142" y="11987"/>
                  <a:pt x="344503" y="41396"/>
                  <a:pt x="0" y="18288"/>
                </a:cubicBezTo>
                <a:cubicBezTo>
                  <a:pt x="-53" y="11301"/>
                  <a:pt x="-649" y="7756"/>
                  <a:pt x="0" y="0"/>
                </a:cubicBezTo>
                <a:close/>
              </a:path>
            </a:pathLst>
          </a:custGeom>
          <a:solidFill>
            <a:srgbClr val="EFB75E"/>
          </a:solidFill>
          <a:ln cap="rnd" cmpd="sng" w="38100">
            <a:solidFill>
              <a:srgbClr val="EFB75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74" name="Google Shape;174;p22"/>
          <p:cNvSpPr txBox="1"/>
          <p:nvPr>
            <p:ph idx="1" type="body"/>
          </p:nvPr>
        </p:nvSpPr>
        <p:spPr>
          <a:xfrm>
            <a:off x="572493" y="2071316"/>
            <a:ext cx="6713552" cy="4119172"/>
          </a:xfrm>
          <a:prstGeom prst="rect">
            <a:avLst/>
          </a:prstGeom>
          <a:noFill/>
          <a:ln>
            <a:noFill/>
          </a:ln>
        </p:spPr>
        <p:txBody>
          <a:bodyPr anchorCtr="0" anchor="t" bIns="45700" lIns="91425" spcFirstLastPara="1" rIns="91425" wrap="square" tIns="45700">
            <a:normAutofit/>
          </a:bodyPr>
          <a:lstStyle/>
          <a:p>
            <a:pPr indent="-154940" lvl="0" marL="457200" rtl="0" algn="l">
              <a:lnSpc>
                <a:spcPct val="100000"/>
              </a:lnSpc>
              <a:spcBef>
                <a:spcPts val="0"/>
              </a:spcBef>
              <a:spcAft>
                <a:spcPts val="0"/>
              </a:spcAft>
              <a:buClr>
                <a:schemeClr val="dk1"/>
              </a:buClr>
              <a:buSzPts val="1800"/>
              <a:buFont typeface="Arial"/>
              <a:buChar char="•"/>
            </a:pPr>
            <a:r>
              <a:rPr b="0" i="0" lang="en-US" sz="1800" u="none" strike="noStrike"/>
              <a:t>GPS modules contain tiny processors and antennas that directly receive data sent by satellites through dedicated RF frequencies. From there, it'll receive a timestamp from each visible satellite, along with other pieces of data.</a:t>
            </a:r>
            <a:endParaRPr b="0" sz="1800"/>
          </a:p>
          <a:p>
            <a:pPr indent="-154940" lvl="0" marL="457200" rtl="0" algn="l">
              <a:lnSpc>
                <a:spcPct val="100000"/>
              </a:lnSpc>
              <a:spcBef>
                <a:spcPts val="0"/>
              </a:spcBef>
              <a:spcAft>
                <a:spcPts val="0"/>
              </a:spcAft>
              <a:buClr>
                <a:schemeClr val="dk1"/>
              </a:buClr>
              <a:buSzPts val="1800"/>
              <a:buFont typeface="Arial"/>
              <a:buChar char="•"/>
            </a:pPr>
            <a:r>
              <a:rPr b="0" i="0" lang="en-US" sz="1800" u="none" strike="noStrike"/>
              <a:t>The GPS receiver also knows the exact position in the sky of the satellites, at the moment they sent their signals. So given the travel time of the GPS signals from three satellites and their exact position in the sky, the GPS receiver can determine your position in three dimensions – east, north, and altitude.</a:t>
            </a:r>
            <a:br>
              <a:rPr lang="en-US" sz="1800"/>
            </a:br>
            <a:endParaRPr sz="1800"/>
          </a:p>
        </p:txBody>
      </p:sp>
      <p:pic>
        <p:nvPicPr>
          <p:cNvPr id="175" name="Google Shape;175;p22"/>
          <p:cNvPicPr preferRelativeResize="0"/>
          <p:nvPr/>
        </p:nvPicPr>
        <p:blipFill rotWithShape="1">
          <a:blip r:embed="rId3">
            <a:alphaModFix/>
          </a:blip>
          <a:srcRect b="-3" l="0" r="3792" t="0"/>
          <a:stretch/>
        </p:blipFill>
        <p:spPr>
          <a:xfrm>
            <a:off x="7675658" y="2093976"/>
            <a:ext cx="3941064" cy="4096512"/>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9" name="Shape 179"/>
        <p:cNvGrpSpPr/>
        <p:nvPr/>
      </p:nvGrpSpPr>
      <p:grpSpPr>
        <a:xfrm>
          <a:off x="0" y="0"/>
          <a:ext cx="0" cy="0"/>
          <a:chOff x="0" y="0"/>
          <a:chExt cx="0" cy="0"/>
        </a:xfrm>
      </p:grpSpPr>
      <p:sp>
        <p:nvSpPr>
          <p:cNvPr id="180" name="Google Shape;180;p23"/>
          <p:cNvSpPr/>
          <p:nvPr/>
        </p:nvSpPr>
        <p:spPr>
          <a:xfrm>
            <a:off x="838199" y="1709928"/>
            <a:ext cx="10515600" cy="27432"/>
          </a:xfrm>
          <a:custGeom>
            <a:rect b="b" l="l" r="r" t="t"/>
            <a:pathLst>
              <a:path extrusionOk="0" fill="none" h="27432" w="10515600">
                <a:moveTo>
                  <a:pt x="0" y="0"/>
                </a:moveTo>
                <a:cubicBezTo>
                  <a:pt x="119693" y="-14343"/>
                  <a:pt x="253007" y="-7583"/>
                  <a:pt x="446913" y="0"/>
                </a:cubicBezTo>
                <a:cubicBezTo>
                  <a:pt x="640819" y="7583"/>
                  <a:pt x="841419" y="-7067"/>
                  <a:pt x="1104138" y="0"/>
                </a:cubicBezTo>
                <a:cubicBezTo>
                  <a:pt x="1366858" y="7067"/>
                  <a:pt x="1495525" y="1255"/>
                  <a:pt x="1866519" y="0"/>
                </a:cubicBezTo>
                <a:cubicBezTo>
                  <a:pt x="2237513" y="-1255"/>
                  <a:pt x="2043820" y="12003"/>
                  <a:pt x="2208276" y="0"/>
                </a:cubicBezTo>
                <a:cubicBezTo>
                  <a:pt x="2372732" y="-12003"/>
                  <a:pt x="2419452" y="9887"/>
                  <a:pt x="2550033" y="0"/>
                </a:cubicBezTo>
                <a:cubicBezTo>
                  <a:pt x="2680614" y="-9887"/>
                  <a:pt x="3098156" y="3827"/>
                  <a:pt x="3417570" y="0"/>
                </a:cubicBezTo>
                <a:cubicBezTo>
                  <a:pt x="3736984" y="-3827"/>
                  <a:pt x="3916040" y="-6233"/>
                  <a:pt x="4074795" y="0"/>
                </a:cubicBezTo>
                <a:cubicBezTo>
                  <a:pt x="4233551" y="6233"/>
                  <a:pt x="4279253" y="5661"/>
                  <a:pt x="4416552" y="0"/>
                </a:cubicBezTo>
                <a:cubicBezTo>
                  <a:pt x="4553851" y="-5661"/>
                  <a:pt x="4915758" y="26022"/>
                  <a:pt x="5073777" y="0"/>
                </a:cubicBezTo>
                <a:cubicBezTo>
                  <a:pt x="5231797" y="-26022"/>
                  <a:pt x="5612089" y="32230"/>
                  <a:pt x="5941314" y="0"/>
                </a:cubicBezTo>
                <a:cubicBezTo>
                  <a:pt x="6270539" y="-32230"/>
                  <a:pt x="6313600" y="3064"/>
                  <a:pt x="6493383" y="0"/>
                </a:cubicBezTo>
                <a:cubicBezTo>
                  <a:pt x="6673166" y="-3064"/>
                  <a:pt x="6902474" y="-21096"/>
                  <a:pt x="7045452" y="0"/>
                </a:cubicBezTo>
                <a:cubicBezTo>
                  <a:pt x="7188430" y="21096"/>
                  <a:pt x="7478162" y="17386"/>
                  <a:pt x="7702677" y="0"/>
                </a:cubicBezTo>
                <a:cubicBezTo>
                  <a:pt x="7927192" y="-17386"/>
                  <a:pt x="8295683" y="-35143"/>
                  <a:pt x="8465058" y="0"/>
                </a:cubicBezTo>
                <a:cubicBezTo>
                  <a:pt x="8634433" y="35143"/>
                  <a:pt x="8927835" y="4103"/>
                  <a:pt x="9227439" y="0"/>
                </a:cubicBezTo>
                <a:cubicBezTo>
                  <a:pt x="9527043" y="-4103"/>
                  <a:pt x="10105355" y="-17535"/>
                  <a:pt x="10515600" y="0"/>
                </a:cubicBezTo>
                <a:cubicBezTo>
                  <a:pt x="10515789" y="12323"/>
                  <a:pt x="10515633" y="14639"/>
                  <a:pt x="10515600" y="27432"/>
                </a:cubicBezTo>
                <a:cubicBezTo>
                  <a:pt x="10343646" y="15282"/>
                  <a:pt x="10223667" y="31057"/>
                  <a:pt x="10068687" y="27432"/>
                </a:cubicBezTo>
                <a:cubicBezTo>
                  <a:pt x="9913707" y="23807"/>
                  <a:pt x="9512455" y="4101"/>
                  <a:pt x="9201150" y="27432"/>
                </a:cubicBezTo>
                <a:cubicBezTo>
                  <a:pt x="8889845" y="50763"/>
                  <a:pt x="8866277" y="3158"/>
                  <a:pt x="8543925" y="27432"/>
                </a:cubicBezTo>
                <a:cubicBezTo>
                  <a:pt x="8221573" y="51706"/>
                  <a:pt x="8288348" y="37286"/>
                  <a:pt x="8202168" y="27432"/>
                </a:cubicBezTo>
                <a:cubicBezTo>
                  <a:pt x="8115988" y="17578"/>
                  <a:pt x="7797033" y="6631"/>
                  <a:pt x="7544943" y="27432"/>
                </a:cubicBezTo>
                <a:cubicBezTo>
                  <a:pt x="7292854" y="48233"/>
                  <a:pt x="7108060" y="41767"/>
                  <a:pt x="6992874" y="27432"/>
                </a:cubicBezTo>
                <a:cubicBezTo>
                  <a:pt x="6877688" y="13097"/>
                  <a:pt x="6668930" y="7947"/>
                  <a:pt x="6440805" y="27432"/>
                </a:cubicBezTo>
                <a:cubicBezTo>
                  <a:pt x="6212680" y="46917"/>
                  <a:pt x="6027476" y="35225"/>
                  <a:pt x="5888736" y="27432"/>
                </a:cubicBezTo>
                <a:cubicBezTo>
                  <a:pt x="5749996" y="19639"/>
                  <a:pt x="5574559" y="43627"/>
                  <a:pt x="5336667" y="27432"/>
                </a:cubicBezTo>
                <a:cubicBezTo>
                  <a:pt x="5098775" y="11237"/>
                  <a:pt x="4837534" y="41882"/>
                  <a:pt x="4574286" y="27432"/>
                </a:cubicBezTo>
                <a:cubicBezTo>
                  <a:pt x="4311038" y="12982"/>
                  <a:pt x="4126419" y="26678"/>
                  <a:pt x="3917061" y="27432"/>
                </a:cubicBezTo>
                <a:cubicBezTo>
                  <a:pt x="3707704" y="28186"/>
                  <a:pt x="3657291" y="40087"/>
                  <a:pt x="3575304" y="27432"/>
                </a:cubicBezTo>
                <a:cubicBezTo>
                  <a:pt x="3493317" y="14777"/>
                  <a:pt x="3185226" y="45867"/>
                  <a:pt x="3023235" y="27432"/>
                </a:cubicBezTo>
                <a:cubicBezTo>
                  <a:pt x="2861244" y="8997"/>
                  <a:pt x="2597085" y="35801"/>
                  <a:pt x="2260854" y="27432"/>
                </a:cubicBezTo>
                <a:cubicBezTo>
                  <a:pt x="1924623" y="19063"/>
                  <a:pt x="1996678" y="15705"/>
                  <a:pt x="1813941" y="27432"/>
                </a:cubicBezTo>
                <a:cubicBezTo>
                  <a:pt x="1631204" y="39159"/>
                  <a:pt x="1187542" y="49167"/>
                  <a:pt x="946404" y="27432"/>
                </a:cubicBezTo>
                <a:cubicBezTo>
                  <a:pt x="705266" y="5697"/>
                  <a:pt x="404743" y="28229"/>
                  <a:pt x="0" y="27432"/>
                </a:cubicBezTo>
                <a:cubicBezTo>
                  <a:pt x="244" y="15297"/>
                  <a:pt x="645" y="7129"/>
                  <a:pt x="0" y="0"/>
                </a:cubicBezTo>
                <a:close/>
              </a:path>
              <a:path extrusionOk="0" h="27432" w="1051560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15650" y="5798"/>
                  <a:pt x="10515903" y="19375"/>
                  <a:pt x="10515600" y="27432"/>
                </a:cubicBezTo>
                <a:cubicBezTo>
                  <a:pt x="10304538" y="42307"/>
                  <a:pt x="10069280" y="3335"/>
                  <a:pt x="9753219" y="27432"/>
                </a:cubicBezTo>
                <a:cubicBezTo>
                  <a:pt x="9437158" y="51529"/>
                  <a:pt x="9488415" y="23852"/>
                  <a:pt x="9411462" y="27432"/>
                </a:cubicBezTo>
                <a:cubicBezTo>
                  <a:pt x="9334509" y="31012"/>
                  <a:pt x="9183755" y="44107"/>
                  <a:pt x="8964549" y="27432"/>
                </a:cubicBezTo>
                <a:cubicBezTo>
                  <a:pt x="8745343" y="10757"/>
                  <a:pt x="8279150" y="61693"/>
                  <a:pt x="8097012" y="27432"/>
                </a:cubicBezTo>
                <a:cubicBezTo>
                  <a:pt x="7914874" y="-6829"/>
                  <a:pt x="7608717" y="59556"/>
                  <a:pt x="7439787" y="27432"/>
                </a:cubicBezTo>
                <a:cubicBezTo>
                  <a:pt x="7270858" y="-4692"/>
                  <a:pt x="7154492" y="27026"/>
                  <a:pt x="6992874" y="27432"/>
                </a:cubicBezTo>
                <a:cubicBezTo>
                  <a:pt x="6831256" y="27838"/>
                  <a:pt x="6536817" y="51174"/>
                  <a:pt x="6335649" y="27432"/>
                </a:cubicBezTo>
                <a:cubicBezTo>
                  <a:pt x="6134481" y="3690"/>
                  <a:pt x="6097824" y="11070"/>
                  <a:pt x="5993892" y="27432"/>
                </a:cubicBezTo>
                <a:cubicBezTo>
                  <a:pt x="5889960" y="43794"/>
                  <a:pt x="5793821" y="34098"/>
                  <a:pt x="5652135" y="27432"/>
                </a:cubicBezTo>
                <a:cubicBezTo>
                  <a:pt x="5510449" y="20766"/>
                  <a:pt x="5168382" y="-3650"/>
                  <a:pt x="4994910" y="27432"/>
                </a:cubicBezTo>
                <a:cubicBezTo>
                  <a:pt x="4821439" y="58514"/>
                  <a:pt x="4653937" y="21362"/>
                  <a:pt x="4547997" y="27432"/>
                </a:cubicBezTo>
                <a:cubicBezTo>
                  <a:pt x="4442057" y="33502"/>
                  <a:pt x="4153363" y="33024"/>
                  <a:pt x="3785616" y="27432"/>
                </a:cubicBezTo>
                <a:cubicBezTo>
                  <a:pt x="3417869" y="21840"/>
                  <a:pt x="3544908" y="29840"/>
                  <a:pt x="3338703" y="27432"/>
                </a:cubicBezTo>
                <a:cubicBezTo>
                  <a:pt x="3132498" y="25024"/>
                  <a:pt x="2782152" y="45947"/>
                  <a:pt x="2576322" y="27432"/>
                </a:cubicBezTo>
                <a:cubicBezTo>
                  <a:pt x="2370492" y="8917"/>
                  <a:pt x="2347214" y="14129"/>
                  <a:pt x="2234565" y="27432"/>
                </a:cubicBezTo>
                <a:cubicBezTo>
                  <a:pt x="2121916" y="40735"/>
                  <a:pt x="1785921" y="49081"/>
                  <a:pt x="1472184" y="27432"/>
                </a:cubicBezTo>
                <a:cubicBezTo>
                  <a:pt x="1158447" y="5783"/>
                  <a:pt x="1203910" y="37937"/>
                  <a:pt x="1025271" y="27432"/>
                </a:cubicBezTo>
                <a:cubicBezTo>
                  <a:pt x="846632" y="16927"/>
                  <a:pt x="846577" y="17996"/>
                  <a:pt x="683514" y="27432"/>
                </a:cubicBezTo>
                <a:cubicBezTo>
                  <a:pt x="520451" y="36868"/>
                  <a:pt x="320799" y="46677"/>
                  <a:pt x="0" y="27432"/>
                </a:cubicBezTo>
                <a:cubicBezTo>
                  <a:pt x="-510" y="19859"/>
                  <a:pt x="-1106" y="11474"/>
                  <a:pt x="0" y="0"/>
                </a:cubicBezTo>
                <a:close/>
              </a:path>
            </a:pathLst>
          </a:custGeom>
          <a:solidFill>
            <a:schemeClr val="dk1"/>
          </a:solidFill>
          <a:ln cap="rnd" cmpd="sng" w="381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81" name="Google Shape;181;p23"/>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82" name="Google Shape;182;p23"/>
          <p:cNvSpPr txBox="1"/>
          <p:nvPr>
            <p:ph type="title"/>
          </p:nvPr>
        </p:nvSpPr>
        <p:spPr>
          <a:xfrm>
            <a:off x="572493" y="238539"/>
            <a:ext cx="11047013" cy="1434415"/>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500"/>
              <a:buFont typeface="Arial"/>
              <a:buNone/>
            </a:pPr>
            <a:br>
              <a:rPr b="1" lang="en-US" sz="4500"/>
            </a:br>
            <a:r>
              <a:rPr b="0" i="0" lang="en-US" sz="4500" u="none" strike="noStrike"/>
              <a:t>POWER SUPPLY:</a:t>
            </a:r>
            <a:endParaRPr sz="4500"/>
          </a:p>
        </p:txBody>
      </p:sp>
      <p:sp>
        <p:nvSpPr>
          <p:cNvPr id="183" name="Google Shape;183;p23"/>
          <p:cNvSpPr/>
          <p:nvPr/>
        </p:nvSpPr>
        <p:spPr>
          <a:xfrm>
            <a:off x="572494" y="1817073"/>
            <a:ext cx="11018520" cy="18288"/>
          </a:xfrm>
          <a:custGeom>
            <a:rect b="b" l="l" r="r" t="t"/>
            <a:pathLst>
              <a:path extrusionOk="0" fill="none" h="18288" w="11018520">
                <a:moveTo>
                  <a:pt x="0" y="0"/>
                </a:moveTo>
                <a:cubicBezTo>
                  <a:pt x="176840" y="19448"/>
                  <a:pt x="369510" y="1686"/>
                  <a:pt x="468287" y="0"/>
                </a:cubicBezTo>
                <a:cubicBezTo>
                  <a:pt x="567064" y="-1686"/>
                  <a:pt x="844925" y="28710"/>
                  <a:pt x="1156945" y="0"/>
                </a:cubicBezTo>
                <a:cubicBezTo>
                  <a:pt x="1468965" y="-28710"/>
                  <a:pt x="1755775" y="35306"/>
                  <a:pt x="1955787" y="0"/>
                </a:cubicBezTo>
                <a:cubicBezTo>
                  <a:pt x="2155799" y="-35306"/>
                  <a:pt x="2224532" y="-16632"/>
                  <a:pt x="2313889" y="0"/>
                </a:cubicBezTo>
                <a:cubicBezTo>
                  <a:pt x="2403246" y="16632"/>
                  <a:pt x="2494050" y="6083"/>
                  <a:pt x="2671991" y="0"/>
                </a:cubicBezTo>
                <a:cubicBezTo>
                  <a:pt x="2849932" y="-6083"/>
                  <a:pt x="3354152" y="34614"/>
                  <a:pt x="3581019" y="0"/>
                </a:cubicBezTo>
                <a:cubicBezTo>
                  <a:pt x="3807886" y="-34614"/>
                  <a:pt x="4022451" y="14254"/>
                  <a:pt x="4269677" y="0"/>
                </a:cubicBezTo>
                <a:cubicBezTo>
                  <a:pt x="4516903" y="-14254"/>
                  <a:pt x="4514495" y="-13291"/>
                  <a:pt x="4627778" y="0"/>
                </a:cubicBezTo>
                <a:cubicBezTo>
                  <a:pt x="4741061" y="13291"/>
                  <a:pt x="5120758" y="-22660"/>
                  <a:pt x="5316436" y="0"/>
                </a:cubicBezTo>
                <a:cubicBezTo>
                  <a:pt x="5512114" y="22660"/>
                  <a:pt x="5812155" y="-9513"/>
                  <a:pt x="6225464" y="0"/>
                </a:cubicBezTo>
                <a:cubicBezTo>
                  <a:pt x="6638773" y="9513"/>
                  <a:pt x="6545417" y="2479"/>
                  <a:pt x="6803936" y="0"/>
                </a:cubicBezTo>
                <a:cubicBezTo>
                  <a:pt x="7062455" y="-2479"/>
                  <a:pt x="7245098" y="-20209"/>
                  <a:pt x="7382408" y="0"/>
                </a:cubicBezTo>
                <a:cubicBezTo>
                  <a:pt x="7519718" y="20209"/>
                  <a:pt x="7801947" y="19736"/>
                  <a:pt x="8071066" y="0"/>
                </a:cubicBezTo>
                <a:cubicBezTo>
                  <a:pt x="8340185" y="-19736"/>
                  <a:pt x="8495312" y="-6666"/>
                  <a:pt x="8869909" y="0"/>
                </a:cubicBezTo>
                <a:cubicBezTo>
                  <a:pt x="9244506" y="6666"/>
                  <a:pt x="9501461" y="-13745"/>
                  <a:pt x="9668751" y="0"/>
                </a:cubicBezTo>
                <a:cubicBezTo>
                  <a:pt x="9836041" y="13745"/>
                  <a:pt x="10607605" y="14143"/>
                  <a:pt x="11018520" y="0"/>
                </a:cubicBezTo>
                <a:cubicBezTo>
                  <a:pt x="11019166" y="4451"/>
                  <a:pt x="11019010" y="9226"/>
                  <a:pt x="11018520" y="18288"/>
                </a:cubicBezTo>
                <a:cubicBezTo>
                  <a:pt x="10834966" y="15274"/>
                  <a:pt x="10754561" y="35250"/>
                  <a:pt x="10550233" y="18288"/>
                </a:cubicBezTo>
                <a:cubicBezTo>
                  <a:pt x="10345905" y="1326"/>
                  <a:pt x="9906342" y="45884"/>
                  <a:pt x="9641205" y="18288"/>
                </a:cubicBezTo>
                <a:cubicBezTo>
                  <a:pt x="9376068" y="-9308"/>
                  <a:pt x="9177188" y="43988"/>
                  <a:pt x="8952548" y="18288"/>
                </a:cubicBezTo>
                <a:cubicBezTo>
                  <a:pt x="8727908" y="-7412"/>
                  <a:pt x="8707007" y="3271"/>
                  <a:pt x="8594446" y="18288"/>
                </a:cubicBezTo>
                <a:cubicBezTo>
                  <a:pt x="8481885" y="33305"/>
                  <a:pt x="8175004" y="35109"/>
                  <a:pt x="7905788" y="18288"/>
                </a:cubicBezTo>
                <a:cubicBezTo>
                  <a:pt x="7636572" y="1467"/>
                  <a:pt x="7535638" y="7399"/>
                  <a:pt x="7327316" y="18288"/>
                </a:cubicBezTo>
                <a:cubicBezTo>
                  <a:pt x="7118994" y="29177"/>
                  <a:pt x="6978247" y="47205"/>
                  <a:pt x="6748844" y="18288"/>
                </a:cubicBezTo>
                <a:cubicBezTo>
                  <a:pt x="6519441" y="-10629"/>
                  <a:pt x="6459241" y="43308"/>
                  <a:pt x="6170371" y="18288"/>
                </a:cubicBezTo>
                <a:cubicBezTo>
                  <a:pt x="5881501" y="-6732"/>
                  <a:pt x="5736201" y="35971"/>
                  <a:pt x="5591899" y="18288"/>
                </a:cubicBezTo>
                <a:cubicBezTo>
                  <a:pt x="5447597" y="605"/>
                  <a:pt x="4990303" y="20409"/>
                  <a:pt x="4793056" y="18288"/>
                </a:cubicBezTo>
                <a:cubicBezTo>
                  <a:pt x="4595809" y="16167"/>
                  <a:pt x="4271723" y="2909"/>
                  <a:pt x="4104399" y="18288"/>
                </a:cubicBezTo>
                <a:cubicBezTo>
                  <a:pt x="3937075" y="33667"/>
                  <a:pt x="3923235" y="10730"/>
                  <a:pt x="3746297" y="18288"/>
                </a:cubicBezTo>
                <a:cubicBezTo>
                  <a:pt x="3569359" y="25846"/>
                  <a:pt x="3351081" y="24702"/>
                  <a:pt x="3167825" y="18288"/>
                </a:cubicBezTo>
                <a:cubicBezTo>
                  <a:pt x="2984569" y="11874"/>
                  <a:pt x="2708033" y="13293"/>
                  <a:pt x="2368982" y="18288"/>
                </a:cubicBezTo>
                <a:cubicBezTo>
                  <a:pt x="2029931" y="23283"/>
                  <a:pt x="2009060" y="37671"/>
                  <a:pt x="1900695" y="18288"/>
                </a:cubicBezTo>
                <a:cubicBezTo>
                  <a:pt x="1792330" y="-1095"/>
                  <a:pt x="1183178" y="9337"/>
                  <a:pt x="991667" y="18288"/>
                </a:cubicBezTo>
                <a:cubicBezTo>
                  <a:pt x="800156" y="27239"/>
                  <a:pt x="375690" y="34110"/>
                  <a:pt x="0" y="18288"/>
                </a:cubicBezTo>
                <a:cubicBezTo>
                  <a:pt x="-213" y="9468"/>
                  <a:pt x="187" y="4459"/>
                  <a:pt x="0" y="0"/>
                </a:cubicBezTo>
                <a:close/>
              </a:path>
              <a:path extrusionOk="0" h="18288" w="11018520">
                <a:moveTo>
                  <a:pt x="0" y="0"/>
                </a:moveTo>
                <a:cubicBezTo>
                  <a:pt x="266588" y="-23405"/>
                  <a:pt x="350503" y="-27031"/>
                  <a:pt x="578472" y="0"/>
                </a:cubicBezTo>
                <a:cubicBezTo>
                  <a:pt x="806441" y="27031"/>
                  <a:pt x="803976" y="13604"/>
                  <a:pt x="936574" y="0"/>
                </a:cubicBezTo>
                <a:cubicBezTo>
                  <a:pt x="1069172" y="-13604"/>
                  <a:pt x="1661335" y="-31902"/>
                  <a:pt x="1845602" y="0"/>
                </a:cubicBezTo>
                <a:cubicBezTo>
                  <a:pt x="2029869" y="31902"/>
                  <a:pt x="2273452" y="17005"/>
                  <a:pt x="2424074" y="0"/>
                </a:cubicBezTo>
                <a:cubicBezTo>
                  <a:pt x="2574696" y="-17005"/>
                  <a:pt x="2790864" y="-28133"/>
                  <a:pt x="3002547" y="0"/>
                </a:cubicBezTo>
                <a:cubicBezTo>
                  <a:pt x="3214230" y="28133"/>
                  <a:pt x="3605033" y="-14934"/>
                  <a:pt x="3911575" y="0"/>
                </a:cubicBezTo>
                <a:cubicBezTo>
                  <a:pt x="4218117" y="14934"/>
                  <a:pt x="4198004" y="3604"/>
                  <a:pt x="4379862" y="0"/>
                </a:cubicBezTo>
                <a:cubicBezTo>
                  <a:pt x="4561720" y="-3604"/>
                  <a:pt x="4941151" y="-37368"/>
                  <a:pt x="5288890" y="0"/>
                </a:cubicBezTo>
                <a:cubicBezTo>
                  <a:pt x="5636629" y="37368"/>
                  <a:pt x="6011513" y="-33898"/>
                  <a:pt x="6197918" y="0"/>
                </a:cubicBezTo>
                <a:cubicBezTo>
                  <a:pt x="6384323" y="33898"/>
                  <a:pt x="6555799" y="11241"/>
                  <a:pt x="6886575" y="0"/>
                </a:cubicBezTo>
                <a:cubicBezTo>
                  <a:pt x="7217351" y="-11241"/>
                  <a:pt x="7604472" y="-44614"/>
                  <a:pt x="7795603" y="0"/>
                </a:cubicBezTo>
                <a:cubicBezTo>
                  <a:pt x="7986734" y="44614"/>
                  <a:pt x="8098870" y="-11086"/>
                  <a:pt x="8374075" y="0"/>
                </a:cubicBezTo>
                <a:cubicBezTo>
                  <a:pt x="8649280" y="11086"/>
                  <a:pt x="8701749" y="-25020"/>
                  <a:pt x="8952548" y="0"/>
                </a:cubicBezTo>
                <a:cubicBezTo>
                  <a:pt x="9203347" y="25020"/>
                  <a:pt x="9519297" y="4274"/>
                  <a:pt x="9751390" y="0"/>
                </a:cubicBezTo>
                <a:cubicBezTo>
                  <a:pt x="9983483" y="-4274"/>
                  <a:pt x="10169881" y="16480"/>
                  <a:pt x="10329863" y="0"/>
                </a:cubicBezTo>
                <a:cubicBezTo>
                  <a:pt x="10489845" y="-16480"/>
                  <a:pt x="10750941" y="-9727"/>
                  <a:pt x="11018520" y="0"/>
                </a:cubicBezTo>
                <a:cubicBezTo>
                  <a:pt x="11018113" y="8690"/>
                  <a:pt x="11018366" y="14141"/>
                  <a:pt x="11018520" y="18288"/>
                </a:cubicBezTo>
                <a:cubicBezTo>
                  <a:pt x="10841176" y="-3597"/>
                  <a:pt x="10399304" y="41504"/>
                  <a:pt x="10219677" y="18288"/>
                </a:cubicBezTo>
                <a:cubicBezTo>
                  <a:pt x="10040050" y="-4928"/>
                  <a:pt x="10030762" y="16144"/>
                  <a:pt x="9861575" y="18288"/>
                </a:cubicBezTo>
                <a:cubicBezTo>
                  <a:pt x="9692388" y="20432"/>
                  <a:pt x="9529439" y="40380"/>
                  <a:pt x="9393288" y="18288"/>
                </a:cubicBezTo>
                <a:cubicBezTo>
                  <a:pt x="9257137" y="-3804"/>
                  <a:pt x="8825003" y="25592"/>
                  <a:pt x="8484260" y="18288"/>
                </a:cubicBezTo>
                <a:cubicBezTo>
                  <a:pt x="8143517" y="10984"/>
                  <a:pt x="8082894" y="45968"/>
                  <a:pt x="7795603" y="18288"/>
                </a:cubicBezTo>
                <a:cubicBezTo>
                  <a:pt x="7508312" y="-9392"/>
                  <a:pt x="7466074" y="19486"/>
                  <a:pt x="7327316" y="18288"/>
                </a:cubicBezTo>
                <a:cubicBezTo>
                  <a:pt x="7188558" y="17090"/>
                  <a:pt x="6869645" y="4657"/>
                  <a:pt x="6638658" y="18288"/>
                </a:cubicBezTo>
                <a:cubicBezTo>
                  <a:pt x="6407671" y="31919"/>
                  <a:pt x="6359238" y="35967"/>
                  <a:pt x="6280556" y="18288"/>
                </a:cubicBezTo>
                <a:cubicBezTo>
                  <a:pt x="6201874" y="609"/>
                  <a:pt x="6041216" y="22404"/>
                  <a:pt x="5922455" y="18288"/>
                </a:cubicBezTo>
                <a:cubicBezTo>
                  <a:pt x="5803694" y="14172"/>
                  <a:pt x="5555521" y="48848"/>
                  <a:pt x="5233797" y="18288"/>
                </a:cubicBezTo>
                <a:cubicBezTo>
                  <a:pt x="4912073" y="-12272"/>
                  <a:pt x="4986440" y="-2740"/>
                  <a:pt x="4765510" y="18288"/>
                </a:cubicBezTo>
                <a:cubicBezTo>
                  <a:pt x="4544580" y="39316"/>
                  <a:pt x="4177715" y="18248"/>
                  <a:pt x="3966667" y="18288"/>
                </a:cubicBezTo>
                <a:cubicBezTo>
                  <a:pt x="3755619" y="18328"/>
                  <a:pt x="3664519" y="22387"/>
                  <a:pt x="3498380" y="18288"/>
                </a:cubicBezTo>
                <a:cubicBezTo>
                  <a:pt x="3332241" y="14189"/>
                  <a:pt x="3065858" y="-7524"/>
                  <a:pt x="2699537" y="18288"/>
                </a:cubicBezTo>
                <a:cubicBezTo>
                  <a:pt x="2333216" y="44100"/>
                  <a:pt x="2505666" y="4650"/>
                  <a:pt x="2341436" y="18288"/>
                </a:cubicBezTo>
                <a:cubicBezTo>
                  <a:pt x="2177206" y="31926"/>
                  <a:pt x="1790164" y="19880"/>
                  <a:pt x="1542593" y="18288"/>
                </a:cubicBezTo>
                <a:cubicBezTo>
                  <a:pt x="1295022" y="16696"/>
                  <a:pt x="1218012" y="39325"/>
                  <a:pt x="1074306" y="18288"/>
                </a:cubicBezTo>
                <a:cubicBezTo>
                  <a:pt x="930600" y="-2749"/>
                  <a:pt x="797266" y="24589"/>
                  <a:pt x="716204" y="18288"/>
                </a:cubicBezTo>
                <a:cubicBezTo>
                  <a:pt x="635142" y="11987"/>
                  <a:pt x="344503" y="41396"/>
                  <a:pt x="0" y="18288"/>
                </a:cubicBezTo>
                <a:cubicBezTo>
                  <a:pt x="-53" y="11301"/>
                  <a:pt x="-649" y="7756"/>
                  <a:pt x="0" y="0"/>
                </a:cubicBezTo>
                <a:close/>
              </a:path>
            </a:pathLst>
          </a:custGeom>
          <a:solidFill>
            <a:srgbClr val="09B5E9"/>
          </a:solidFill>
          <a:ln cap="rnd" cmpd="sng" w="38100">
            <a:solidFill>
              <a:srgbClr val="09B5E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id="184" name="Google Shape;184;p23"/>
          <p:cNvPicPr preferRelativeResize="0"/>
          <p:nvPr/>
        </p:nvPicPr>
        <p:blipFill rotWithShape="1">
          <a:blip r:embed="rId3">
            <a:alphaModFix/>
          </a:blip>
          <a:srcRect b="-3" l="0" r="3792" t="0"/>
          <a:stretch/>
        </p:blipFill>
        <p:spPr>
          <a:xfrm>
            <a:off x="572492" y="2089604"/>
            <a:ext cx="3941064" cy="4096511"/>
          </a:xfrm>
          <a:prstGeom prst="rect">
            <a:avLst/>
          </a:prstGeom>
          <a:noFill/>
          <a:ln>
            <a:noFill/>
          </a:ln>
        </p:spPr>
      </p:pic>
      <p:sp>
        <p:nvSpPr>
          <p:cNvPr id="185" name="Google Shape;185;p23"/>
          <p:cNvSpPr txBox="1"/>
          <p:nvPr>
            <p:ph idx="1" type="body"/>
          </p:nvPr>
        </p:nvSpPr>
        <p:spPr>
          <a:xfrm>
            <a:off x="4905955" y="2071316"/>
            <a:ext cx="6713552" cy="4096511"/>
          </a:xfrm>
          <a:prstGeom prst="rect">
            <a:avLst/>
          </a:prstGeom>
          <a:noFill/>
          <a:ln>
            <a:noFill/>
          </a:ln>
        </p:spPr>
        <p:txBody>
          <a:bodyPr anchorCtr="0" anchor="t" bIns="45700" lIns="91425" spcFirstLastPara="1" rIns="91425" wrap="square" tIns="45700">
            <a:normAutofit/>
          </a:bodyPr>
          <a:lstStyle/>
          <a:p>
            <a:pPr indent="0" lvl="0" marL="0" rtl="0" algn="l">
              <a:lnSpc>
                <a:spcPct val="110000"/>
              </a:lnSpc>
              <a:spcBef>
                <a:spcPts val="0"/>
              </a:spcBef>
              <a:spcAft>
                <a:spcPts val="0"/>
              </a:spcAft>
              <a:buClr>
                <a:schemeClr val="dk1"/>
              </a:buClr>
              <a:buSzPts val="3200"/>
              <a:buNone/>
            </a:pPr>
            <a:r>
              <a:rPr b="0" i="0" lang="en-US" sz="1800" u="none" strike="noStrike"/>
              <a:t>Lithium-ion batteries are used to give power to the system. It is connected to the motor driver, nodemcu, and the sensors. Each battery consists of 3.7v and when connected in series it will produce 11.3v approximately. This will run the sensors and actuators present in our system.</a:t>
            </a:r>
            <a:br>
              <a:rPr lang="en-US" sz="1800"/>
            </a:br>
            <a:endParaRPr sz="18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9" name="Shape 189"/>
        <p:cNvGrpSpPr/>
        <p:nvPr/>
      </p:nvGrpSpPr>
      <p:grpSpPr>
        <a:xfrm>
          <a:off x="0" y="0"/>
          <a:ext cx="0" cy="0"/>
          <a:chOff x="0" y="0"/>
          <a:chExt cx="0" cy="0"/>
        </a:xfrm>
      </p:grpSpPr>
      <p:sp>
        <p:nvSpPr>
          <p:cNvPr id="190" name="Google Shape;190;p24"/>
          <p:cNvSpPr/>
          <p:nvPr/>
        </p:nvSpPr>
        <p:spPr>
          <a:xfrm>
            <a:off x="838199" y="1709928"/>
            <a:ext cx="10515600" cy="27432"/>
          </a:xfrm>
          <a:custGeom>
            <a:rect b="b" l="l" r="r" t="t"/>
            <a:pathLst>
              <a:path extrusionOk="0" fill="none" h="27432" w="10515600">
                <a:moveTo>
                  <a:pt x="0" y="0"/>
                </a:moveTo>
                <a:cubicBezTo>
                  <a:pt x="119693" y="-14343"/>
                  <a:pt x="253007" y="-7583"/>
                  <a:pt x="446913" y="0"/>
                </a:cubicBezTo>
                <a:cubicBezTo>
                  <a:pt x="640819" y="7583"/>
                  <a:pt x="841419" y="-7067"/>
                  <a:pt x="1104138" y="0"/>
                </a:cubicBezTo>
                <a:cubicBezTo>
                  <a:pt x="1366858" y="7067"/>
                  <a:pt x="1495525" y="1255"/>
                  <a:pt x="1866519" y="0"/>
                </a:cubicBezTo>
                <a:cubicBezTo>
                  <a:pt x="2237513" y="-1255"/>
                  <a:pt x="2043820" y="12003"/>
                  <a:pt x="2208276" y="0"/>
                </a:cubicBezTo>
                <a:cubicBezTo>
                  <a:pt x="2372732" y="-12003"/>
                  <a:pt x="2419452" y="9887"/>
                  <a:pt x="2550033" y="0"/>
                </a:cubicBezTo>
                <a:cubicBezTo>
                  <a:pt x="2680614" y="-9887"/>
                  <a:pt x="3098156" y="3827"/>
                  <a:pt x="3417570" y="0"/>
                </a:cubicBezTo>
                <a:cubicBezTo>
                  <a:pt x="3736984" y="-3827"/>
                  <a:pt x="3916040" y="-6233"/>
                  <a:pt x="4074795" y="0"/>
                </a:cubicBezTo>
                <a:cubicBezTo>
                  <a:pt x="4233551" y="6233"/>
                  <a:pt x="4279253" y="5661"/>
                  <a:pt x="4416552" y="0"/>
                </a:cubicBezTo>
                <a:cubicBezTo>
                  <a:pt x="4553851" y="-5661"/>
                  <a:pt x="4915758" y="26022"/>
                  <a:pt x="5073777" y="0"/>
                </a:cubicBezTo>
                <a:cubicBezTo>
                  <a:pt x="5231797" y="-26022"/>
                  <a:pt x="5612089" y="32230"/>
                  <a:pt x="5941314" y="0"/>
                </a:cubicBezTo>
                <a:cubicBezTo>
                  <a:pt x="6270539" y="-32230"/>
                  <a:pt x="6313600" y="3064"/>
                  <a:pt x="6493383" y="0"/>
                </a:cubicBezTo>
                <a:cubicBezTo>
                  <a:pt x="6673166" y="-3064"/>
                  <a:pt x="6902474" y="-21096"/>
                  <a:pt x="7045452" y="0"/>
                </a:cubicBezTo>
                <a:cubicBezTo>
                  <a:pt x="7188430" y="21096"/>
                  <a:pt x="7478162" y="17386"/>
                  <a:pt x="7702677" y="0"/>
                </a:cubicBezTo>
                <a:cubicBezTo>
                  <a:pt x="7927192" y="-17386"/>
                  <a:pt x="8295683" y="-35143"/>
                  <a:pt x="8465058" y="0"/>
                </a:cubicBezTo>
                <a:cubicBezTo>
                  <a:pt x="8634433" y="35143"/>
                  <a:pt x="8927835" y="4103"/>
                  <a:pt x="9227439" y="0"/>
                </a:cubicBezTo>
                <a:cubicBezTo>
                  <a:pt x="9527043" y="-4103"/>
                  <a:pt x="10105355" y="-17535"/>
                  <a:pt x="10515600" y="0"/>
                </a:cubicBezTo>
                <a:cubicBezTo>
                  <a:pt x="10515789" y="12323"/>
                  <a:pt x="10515633" y="14639"/>
                  <a:pt x="10515600" y="27432"/>
                </a:cubicBezTo>
                <a:cubicBezTo>
                  <a:pt x="10343646" y="15282"/>
                  <a:pt x="10223667" y="31057"/>
                  <a:pt x="10068687" y="27432"/>
                </a:cubicBezTo>
                <a:cubicBezTo>
                  <a:pt x="9913707" y="23807"/>
                  <a:pt x="9512455" y="4101"/>
                  <a:pt x="9201150" y="27432"/>
                </a:cubicBezTo>
                <a:cubicBezTo>
                  <a:pt x="8889845" y="50763"/>
                  <a:pt x="8866277" y="3158"/>
                  <a:pt x="8543925" y="27432"/>
                </a:cubicBezTo>
                <a:cubicBezTo>
                  <a:pt x="8221573" y="51706"/>
                  <a:pt x="8288348" y="37286"/>
                  <a:pt x="8202168" y="27432"/>
                </a:cubicBezTo>
                <a:cubicBezTo>
                  <a:pt x="8115988" y="17578"/>
                  <a:pt x="7797033" y="6631"/>
                  <a:pt x="7544943" y="27432"/>
                </a:cubicBezTo>
                <a:cubicBezTo>
                  <a:pt x="7292854" y="48233"/>
                  <a:pt x="7108060" y="41767"/>
                  <a:pt x="6992874" y="27432"/>
                </a:cubicBezTo>
                <a:cubicBezTo>
                  <a:pt x="6877688" y="13097"/>
                  <a:pt x="6668930" y="7947"/>
                  <a:pt x="6440805" y="27432"/>
                </a:cubicBezTo>
                <a:cubicBezTo>
                  <a:pt x="6212680" y="46917"/>
                  <a:pt x="6027476" y="35225"/>
                  <a:pt x="5888736" y="27432"/>
                </a:cubicBezTo>
                <a:cubicBezTo>
                  <a:pt x="5749996" y="19639"/>
                  <a:pt x="5574559" y="43627"/>
                  <a:pt x="5336667" y="27432"/>
                </a:cubicBezTo>
                <a:cubicBezTo>
                  <a:pt x="5098775" y="11237"/>
                  <a:pt x="4837534" y="41882"/>
                  <a:pt x="4574286" y="27432"/>
                </a:cubicBezTo>
                <a:cubicBezTo>
                  <a:pt x="4311038" y="12982"/>
                  <a:pt x="4126419" y="26678"/>
                  <a:pt x="3917061" y="27432"/>
                </a:cubicBezTo>
                <a:cubicBezTo>
                  <a:pt x="3707704" y="28186"/>
                  <a:pt x="3657291" y="40087"/>
                  <a:pt x="3575304" y="27432"/>
                </a:cubicBezTo>
                <a:cubicBezTo>
                  <a:pt x="3493317" y="14777"/>
                  <a:pt x="3185226" y="45867"/>
                  <a:pt x="3023235" y="27432"/>
                </a:cubicBezTo>
                <a:cubicBezTo>
                  <a:pt x="2861244" y="8997"/>
                  <a:pt x="2597085" y="35801"/>
                  <a:pt x="2260854" y="27432"/>
                </a:cubicBezTo>
                <a:cubicBezTo>
                  <a:pt x="1924623" y="19063"/>
                  <a:pt x="1996678" y="15705"/>
                  <a:pt x="1813941" y="27432"/>
                </a:cubicBezTo>
                <a:cubicBezTo>
                  <a:pt x="1631204" y="39159"/>
                  <a:pt x="1187542" y="49167"/>
                  <a:pt x="946404" y="27432"/>
                </a:cubicBezTo>
                <a:cubicBezTo>
                  <a:pt x="705266" y="5697"/>
                  <a:pt x="404743" y="28229"/>
                  <a:pt x="0" y="27432"/>
                </a:cubicBezTo>
                <a:cubicBezTo>
                  <a:pt x="244" y="15297"/>
                  <a:pt x="645" y="7129"/>
                  <a:pt x="0" y="0"/>
                </a:cubicBezTo>
                <a:close/>
              </a:path>
              <a:path extrusionOk="0" h="27432" w="1051560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15650" y="5798"/>
                  <a:pt x="10515903" y="19375"/>
                  <a:pt x="10515600" y="27432"/>
                </a:cubicBezTo>
                <a:cubicBezTo>
                  <a:pt x="10304538" y="42307"/>
                  <a:pt x="10069280" y="3335"/>
                  <a:pt x="9753219" y="27432"/>
                </a:cubicBezTo>
                <a:cubicBezTo>
                  <a:pt x="9437158" y="51529"/>
                  <a:pt x="9488415" y="23852"/>
                  <a:pt x="9411462" y="27432"/>
                </a:cubicBezTo>
                <a:cubicBezTo>
                  <a:pt x="9334509" y="31012"/>
                  <a:pt x="9183755" y="44107"/>
                  <a:pt x="8964549" y="27432"/>
                </a:cubicBezTo>
                <a:cubicBezTo>
                  <a:pt x="8745343" y="10757"/>
                  <a:pt x="8279150" y="61693"/>
                  <a:pt x="8097012" y="27432"/>
                </a:cubicBezTo>
                <a:cubicBezTo>
                  <a:pt x="7914874" y="-6829"/>
                  <a:pt x="7608717" y="59556"/>
                  <a:pt x="7439787" y="27432"/>
                </a:cubicBezTo>
                <a:cubicBezTo>
                  <a:pt x="7270858" y="-4692"/>
                  <a:pt x="7154492" y="27026"/>
                  <a:pt x="6992874" y="27432"/>
                </a:cubicBezTo>
                <a:cubicBezTo>
                  <a:pt x="6831256" y="27838"/>
                  <a:pt x="6536817" y="51174"/>
                  <a:pt x="6335649" y="27432"/>
                </a:cubicBezTo>
                <a:cubicBezTo>
                  <a:pt x="6134481" y="3690"/>
                  <a:pt x="6097824" y="11070"/>
                  <a:pt x="5993892" y="27432"/>
                </a:cubicBezTo>
                <a:cubicBezTo>
                  <a:pt x="5889960" y="43794"/>
                  <a:pt x="5793821" y="34098"/>
                  <a:pt x="5652135" y="27432"/>
                </a:cubicBezTo>
                <a:cubicBezTo>
                  <a:pt x="5510449" y="20766"/>
                  <a:pt x="5168382" y="-3650"/>
                  <a:pt x="4994910" y="27432"/>
                </a:cubicBezTo>
                <a:cubicBezTo>
                  <a:pt x="4821439" y="58514"/>
                  <a:pt x="4653937" y="21362"/>
                  <a:pt x="4547997" y="27432"/>
                </a:cubicBezTo>
                <a:cubicBezTo>
                  <a:pt x="4442057" y="33502"/>
                  <a:pt x="4153363" y="33024"/>
                  <a:pt x="3785616" y="27432"/>
                </a:cubicBezTo>
                <a:cubicBezTo>
                  <a:pt x="3417869" y="21840"/>
                  <a:pt x="3544908" y="29840"/>
                  <a:pt x="3338703" y="27432"/>
                </a:cubicBezTo>
                <a:cubicBezTo>
                  <a:pt x="3132498" y="25024"/>
                  <a:pt x="2782152" y="45947"/>
                  <a:pt x="2576322" y="27432"/>
                </a:cubicBezTo>
                <a:cubicBezTo>
                  <a:pt x="2370492" y="8917"/>
                  <a:pt x="2347214" y="14129"/>
                  <a:pt x="2234565" y="27432"/>
                </a:cubicBezTo>
                <a:cubicBezTo>
                  <a:pt x="2121916" y="40735"/>
                  <a:pt x="1785921" y="49081"/>
                  <a:pt x="1472184" y="27432"/>
                </a:cubicBezTo>
                <a:cubicBezTo>
                  <a:pt x="1158447" y="5783"/>
                  <a:pt x="1203910" y="37937"/>
                  <a:pt x="1025271" y="27432"/>
                </a:cubicBezTo>
                <a:cubicBezTo>
                  <a:pt x="846632" y="16927"/>
                  <a:pt x="846577" y="17996"/>
                  <a:pt x="683514" y="27432"/>
                </a:cubicBezTo>
                <a:cubicBezTo>
                  <a:pt x="520451" y="36868"/>
                  <a:pt x="320799" y="46677"/>
                  <a:pt x="0" y="27432"/>
                </a:cubicBezTo>
                <a:cubicBezTo>
                  <a:pt x="-510" y="19859"/>
                  <a:pt x="-1106" y="11474"/>
                  <a:pt x="0" y="0"/>
                </a:cubicBezTo>
                <a:close/>
              </a:path>
            </a:pathLst>
          </a:custGeom>
          <a:solidFill>
            <a:schemeClr val="dk1"/>
          </a:solidFill>
          <a:ln cap="rnd" cmpd="sng" w="381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91" name="Google Shape;191;p24"/>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92" name="Google Shape;192;p24"/>
          <p:cNvSpPr txBox="1"/>
          <p:nvPr>
            <p:ph type="title"/>
          </p:nvPr>
        </p:nvSpPr>
        <p:spPr>
          <a:xfrm>
            <a:off x="630936" y="640080"/>
            <a:ext cx="4818888" cy="1481328"/>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800"/>
              <a:buFont typeface="Arial"/>
              <a:buNone/>
            </a:pPr>
            <a:br>
              <a:rPr b="1" i="0" lang="en-US" sz="4800" u="none" strike="noStrike"/>
            </a:br>
            <a:r>
              <a:rPr b="0" i="0" lang="en-US" sz="4800" u="none" strike="noStrike"/>
              <a:t>JUMPER WIRES</a:t>
            </a:r>
            <a:endParaRPr sz="4800"/>
          </a:p>
        </p:txBody>
      </p:sp>
      <p:sp>
        <p:nvSpPr>
          <p:cNvPr id="193" name="Google Shape;193;p24"/>
          <p:cNvSpPr/>
          <p:nvPr/>
        </p:nvSpPr>
        <p:spPr>
          <a:xfrm>
            <a:off x="630936" y="2386584"/>
            <a:ext cx="4114800" cy="18288"/>
          </a:xfrm>
          <a:custGeom>
            <a:rect b="b" l="l" r="r" t="t"/>
            <a:pathLst>
              <a:path extrusionOk="0" fill="none" h="18288" w="4114800">
                <a:moveTo>
                  <a:pt x="0" y="0"/>
                </a:moveTo>
                <a:cubicBezTo>
                  <a:pt x="338280" y="-26110"/>
                  <a:pt x="483942" y="6555"/>
                  <a:pt x="768096" y="0"/>
                </a:cubicBezTo>
                <a:cubicBezTo>
                  <a:pt x="1052250" y="-6555"/>
                  <a:pt x="1331484" y="24616"/>
                  <a:pt x="1495044" y="0"/>
                </a:cubicBezTo>
                <a:cubicBezTo>
                  <a:pt x="1658604" y="-24616"/>
                  <a:pt x="2056661" y="-33562"/>
                  <a:pt x="2221992" y="0"/>
                </a:cubicBezTo>
                <a:cubicBezTo>
                  <a:pt x="2387323" y="33562"/>
                  <a:pt x="2629463" y="-20094"/>
                  <a:pt x="2784348" y="0"/>
                </a:cubicBezTo>
                <a:cubicBezTo>
                  <a:pt x="2939233" y="20094"/>
                  <a:pt x="3151981" y="1524"/>
                  <a:pt x="3387852" y="0"/>
                </a:cubicBezTo>
                <a:cubicBezTo>
                  <a:pt x="3623723" y="-1524"/>
                  <a:pt x="3882724" y="26165"/>
                  <a:pt x="4114800" y="0"/>
                </a:cubicBezTo>
                <a:cubicBezTo>
                  <a:pt x="4114300" y="8855"/>
                  <a:pt x="4114909" y="14521"/>
                  <a:pt x="4114800" y="18288"/>
                </a:cubicBezTo>
                <a:cubicBezTo>
                  <a:pt x="3910038" y="37744"/>
                  <a:pt x="3683432" y="-3969"/>
                  <a:pt x="3429000" y="18288"/>
                </a:cubicBezTo>
                <a:cubicBezTo>
                  <a:pt x="3174568" y="40545"/>
                  <a:pt x="3085815" y="44166"/>
                  <a:pt x="2866644" y="18288"/>
                </a:cubicBezTo>
                <a:cubicBezTo>
                  <a:pt x="2647473" y="-7590"/>
                  <a:pt x="2580474" y="31338"/>
                  <a:pt x="2304288" y="18288"/>
                </a:cubicBezTo>
                <a:cubicBezTo>
                  <a:pt x="2028102" y="5238"/>
                  <a:pt x="1863008" y="-2001"/>
                  <a:pt x="1577340" y="18288"/>
                </a:cubicBezTo>
                <a:cubicBezTo>
                  <a:pt x="1291672" y="38577"/>
                  <a:pt x="1243931" y="9893"/>
                  <a:pt x="973836" y="18288"/>
                </a:cubicBezTo>
                <a:cubicBezTo>
                  <a:pt x="703741" y="26683"/>
                  <a:pt x="317656" y="-5910"/>
                  <a:pt x="0" y="18288"/>
                </a:cubicBezTo>
                <a:cubicBezTo>
                  <a:pt x="683" y="12014"/>
                  <a:pt x="724" y="5908"/>
                  <a:pt x="0" y="0"/>
                </a:cubicBezTo>
                <a:close/>
              </a:path>
              <a:path extrusionOk="0" h="18288" w="4114800">
                <a:moveTo>
                  <a:pt x="0" y="0"/>
                </a:moveTo>
                <a:cubicBezTo>
                  <a:pt x="276109" y="5266"/>
                  <a:pt x="325589" y="-19584"/>
                  <a:pt x="644652" y="0"/>
                </a:cubicBezTo>
                <a:cubicBezTo>
                  <a:pt x="963715" y="19584"/>
                  <a:pt x="1064991" y="6066"/>
                  <a:pt x="1207008" y="0"/>
                </a:cubicBezTo>
                <a:cubicBezTo>
                  <a:pt x="1349025" y="-6066"/>
                  <a:pt x="1791724" y="14506"/>
                  <a:pt x="1975104" y="0"/>
                </a:cubicBezTo>
                <a:cubicBezTo>
                  <a:pt x="2158484" y="-14506"/>
                  <a:pt x="2397469" y="20822"/>
                  <a:pt x="2619756" y="0"/>
                </a:cubicBezTo>
                <a:cubicBezTo>
                  <a:pt x="2842043" y="-20822"/>
                  <a:pt x="2992157" y="20388"/>
                  <a:pt x="3264408" y="0"/>
                </a:cubicBezTo>
                <a:cubicBezTo>
                  <a:pt x="3536659" y="-20388"/>
                  <a:pt x="3855620" y="38211"/>
                  <a:pt x="4114800" y="0"/>
                </a:cubicBezTo>
                <a:cubicBezTo>
                  <a:pt x="4113902" y="7180"/>
                  <a:pt x="4114969" y="13790"/>
                  <a:pt x="4114800" y="18288"/>
                </a:cubicBezTo>
                <a:cubicBezTo>
                  <a:pt x="3968901" y="8593"/>
                  <a:pt x="3623428" y="17559"/>
                  <a:pt x="3429000" y="18288"/>
                </a:cubicBezTo>
                <a:cubicBezTo>
                  <a:pt x="3234572" y="19017"/>
                  <a:pt x="3085079" y="41804"/>
                  <a:pt x="2866644" y="18288"/>
                </a:cubicBezTo>
                <a:cubicBezTo>
                  <a:pt x="2648209" y="-5228"/>
                  <a:pt x="2451737" y="24580"/>
                  <a:pt x="2180844" y="18288"/>
                </a:cubicBezTo>
                <a:cubicBezTo>
                  <a:pt x="1909951" y="11996"/>
                  <a:pt x="1681589" y="12244"/>
                  <a:pt x="1495044" y="18288"/>
                </a:cubicBezTo>
                <a:cubicBezTo>
                  <a:pt x="1308499" y="24332"/>
                  <a:pt x="1136614" y="21789"/>
                  <a:pt x="850392" y="18288"/>
                </a:cubicBezTo>
                <a:cubicBezTo>
                  <a:pt x="564170" y="14787"/>
                  <a:pt x="210636" y="54701"/>
                  <a:pt x="0" y="18288"/>
                </a:cubicBezTo>
                <a:cubicBezTo>
                  <a:pt x="571" y="10093"/>
                  <a:pt x="-125" y="8407"/>
                  <a:pt x="0" y="0"/>
                </a:cubicBezTo>
                <a:close/>
              </a:path>
            </a:pathLst>
          </a:custGeom>
          <a:solidFill>
            <a:srgbClr val="F4F957"/>
          </a:solidFill>
          <a:ln cap="rnd" cmpd="sng" w="38100">
            <a:solidFill>
              <a:srgbClr val="F4F95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94" name="Google Shape;194;p24"/>
          <p:cNvSpPr txBox="1"/>
          <p:nvPr>
            <p:ph idx="1" type="body"/>
          </p:nvPr>
        </p:nvSpPr>
        <p:spPr>
          <a:xfrm>
            <a:off x="630936" y="2660904"/>
            <a:ext cx="4818888" cy="3547872"/>
          </a:xfrm>
          <a:prstGeom prst="rect">
            <a:avLst/>
          </a:prstGeom>
          <a:noFill/>
          <a:ln>
            <a:noFill/>
          </a:ln>
        </p:spPr>
        <p:txBody>
          <a:bodyPr anchorCtr="0" anchor="t" bIns="45700" lIns="91425" spcFirstLastPara="1" rIns="91425" wrap="square" tIns="45700">
            <a:normAutofit/>
          </a:bodyPr>
          <a:lstStyle/>
          <a:p>
            <a:pPr indent="0" lvl="0" marL="228600" rtl="0" algn="l">
              <a:lnSpc>
                <a:spcPct val="100000"/>
              </a:lnSpc>
              <a:spcBef>
                <a:spcPts val="0"/>
              </a:spcBef>
              <a:spcAft>
                <a:spcPts val="0"/>
              </a:spcAft>
              <a:buClr>
                <a:schemeClr val="dk1"/>
              </a:buClr>
              <a:buSzPts val="3200"/>
              <a:buNone/>
            </a:pPr>
            <a:r>
              <a:rPr b="0" i="0" lang="en-US" sz="1800" u="none" strike="noStrike"/>
              <a:t>A jump wire (also known as jumper wire, or jumper) is an electrical wire, or group of them in a cable, with a connector or pin at each end (or sometimes without them – simply "tinned"), which is normally used to interconnect the components of a breadboard or other prototype or test circuit, internally or with other equipment or components, without soldering.</a:t>
            </a:r>
            <a:br>
              <a:rPr lang="en-US" sz="1800"/>
            </a:br>
            <a:endParaRPr sz="1800"/>
          </a:p>
        </p:txBody>
      </p:sp>
      <p:pic>
        <p:nvPicPr>
          <p:cNvPr descr="ApTechDeals Jumper Wires Male to Male, Male to Female, Female to  Female/breadboard jumper wires (10+10+10): Amazon.in: Industrial &amp;  Scientific" id="195" name="Google Shape;195;p24"/>
          <p:cNvPicPr preferRelativeResize="0"/>
          <p:nvPr/>
        </p:nvPicPr>
        <p:blipFill rotWithShape="1">
          <a:blip r:embed="rId3">
            <a:alphaModFix/>
          </a:blip>
          <a:srcRect b="0" l="0" r="0" t="0"/>
          <a:stretch/>
        </p:blipFill>
        <p:spPr>
          <a:xfrm>
            <a:off x="6099048" y="1381887"/>
            <a:ext cx="5458968" cy="409422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9" name="Shape 199"/>
        <p:cNvGrpSpPr/>
        <p:nvPr/>
      </p:nvGrpSpPr>
      <p:grpSpPr>
        <a:xfrm>
          <a:off x="0" y="0"/>
          <a:ext cx="0" cy="0"/>
          <a:chOff x="0" y="0"/>
          <a:chExt cx="0" cy="0"/>
        </a:xfrm>
      </p:grpSpPr>
      <p:sp>
        <p:nvSpPr>
          <p:cNvPr id="200" name="Google Shape;200;p25"/>
          <p:cNvSpPr/>
          <p:nvPr/>
        </p:nvSpPr>
        <p:spPr>
          <a:xfrm>
            <a:off x="838199" y="1709928"/>
            <a:ext cx="10515600" cy="27432"/>
          </a:xfrm>
          <a:custGeom>
            <a:rect b="b" l="l" r="r" t="t"/>
            <a:pathLst>
              <a:path extrusionOk="0" fill="none" h="27432" w="10515600">
                <a:moveTo>
                  <a:pt x="0" y="0"/>
                </a:moveTo>
                <a:cubicBezTo>
                  <a:pt x="119693" y="-14343"/>
                  <a:pt x="253007" y="-7583"/>
                  <a:pt x="446913" y="0"/>
                </a:cubicBezTo>
                <a:cubicBezTo>
                  <a:pt x="640819" y="7583"/>
                  <a:pt x="841419" y="-7067"/>
                  <a:pt x="1104138" y="0"/>
                </a:cubicBezTo>
                <a:cubicBezTo>
                  <a:pt x="1366858" y="7067"/>
                  <a:pt x="1495525" y="1255"/>
                  <a:pt x="1866519" y="0"/>
                </a:cubicBezTo>
                <a:cubicBezTo>
                  <a:pt x="2237513" y="-1255"/>
                  <a:pt x="2043820" y="12003"/>
                  <a:pt x="2208276" y="0"/>
                </a:cubicBezTo>
                <a:cubicBezTo>
                  <a:pt x="2372732" y="-12003"/>
                  <a:pt x="2419452" y="9887"/>
                  <a:pt x="2550033" y="0"/>
                </a:cubicBezTo>
                <a:cubicBezTo>
                  <a:pt x="2680614" y="-9887"/>
                  <a:pt x="3098156" y="3827"/>
                  <a:pt x="3417570" y="0"/>
                </a:cubicBezTo>
                <a:cubicBezTo>
                  <a:pt x="3736984" y="-3827"/>
                  <a:pt x="3916040" y="-6233"/>
                  <a:pt x="4074795" y="0"/>
                </a:cubicBezTo>
                <a:cubicBezTo>
                  <a:pt x="4233551" y="6233"/>
                  <a:pt x="4279253" y="5661"/>
                  <a:pt x="4416552" y="0"/>
                </a:cubicBezTo>
                <a:cubicBezTo>
                  <a:pt x="4553851" y="-5661"/>
                  <a:pt x="4915758" y="26022"/>
                  <a:pt x="5073777" y="0"/>
                </a:cubicBezTo>
                <a:cubicBezTo>
                  <a:pt x="5231797" y="-26022"/>
                  <a:pt x="5612089" y="32230"/>
                  <a:pt x="5941314" y="0"/>
                </a:cubicBezTo>
                <a:cubicBezTo>
                  <a:pt x="6270539" y="-32230"/>
                  <a:pt x="6313600" y="3064"/>
                  <a:pt x="6493383" y="0"/>
                </a:cubicBezTo>
                <a:cubicBezTo>
                  <a:pt x="6673166" y="-3064"/>
                  <a:pt x="6902474" y="-21096"/>
                  <a:pt x="7045452" y="0"/>
                </a:cubicBezTo>
                <a:cubicBezTo>
                  <a:pt x="7188430" y="21096"/>
                  <a:pt x="7478162" y="17386"/>
                  <a:pt x="7702677" y="0"/>
                </a:cubicBezTo>
                <a:cubicBezTo>
                  <a:pt x="7927192" y="-17386"/>
                  <a:pt x="8295683" y="-35143"/>
                  <a:pt x="8465058" y="0"/>
                </a:cubicBezTo>
                <a:cubicBezTo>
                  <a:pt x="8634433" y="35143"/>
                  <a:pt x="8927835" y="4103"/>
                  <a:pt x="9227439" y="0"/>
                </a:cubicBezTo>
                <a:cubicBezTo>
                  <a:pt x="9527043" y="-4103"/>
                  <a:pt x="10105355" y="-17535"/>
                  <a:pt x="10515600" y="0"/>
                </a:cubicBezTo>
                <a:cubicBezTo>
                  <a:pt x="10515789" y="12323"/>
                  <a:pt x="10515633" y="14639"/>
                  <a:pt x="10515600" y="27432"/>
                </a:cubicBezTo>
                <a:cubicBezTo>
                  <a:pt x="10343646" y="15282"/>
                  <a:pt x="10223667" y="31057"/>
                  <a:pt x="10068687" y="27432"/>
                </a:cubicBezTo>
                <a:cubicBezTo>
                  <a:pt x="9913707" y="23807"/>
                  <a:pt x="9512455" y="4101"/>
                  <a:pt x="9201150" y="27432"/>
                </a:cubicBezTo>
                <a:cubicBezTo>
                  <a:pt x="8889845" y="50763"/>
                  <a:pt x="8866277" y="3158"/>
                  <a:pt x="8543925" y="27432"/>
                </a:cubicBezTo>
                <a:cubicBezTo>
                  <a:pt x="8221573" y="51706"/>
                  <a:pt x="8288348" y="37286"/>
                  <a:pt x="8202168" y="27432"/>
                </a:cubicBezTo>
                <a:cubicBezTo>
                  <a:pt x="8115988" y="17578"/>
                  <a:pt x="7797033" y="6631"/>
                  <a:pt x="7544943" y="27432"/>
                </a:cubicBezTo>
                <a:cubicBezTo>
                  <a:pt x="7292854" y="48233"/>
                  <a:pt x="7108060" y="41767"/>
                  <a:pt x="6992874" y="27432"/>
                </a:cubicBezTo>
                <a:cubicBezTo>
                  <a:pt x="6877688" y="13097"/>
                  <a:pt x="6668930" y="7947"/>
                  <a:pt x="6440805" y="27432"/>
                </a:cubicBezTo>
                <a:cubicBezTo>
                  <a:pt x="6212680" y="46917"/>
                  <a:pt x="6027476" y="35225"/>
                  <a:pt x="5888736" y="27432"/>
                </a:cubicBezTo>
                <a:cubicBezTo>
                  <a:pt x="5749996" y="19639"/>
                  <a:pt x="5574559" y="43627"/>
                  <a:pt x="5336667" y="27432"/>
                </a:cubicBezTo>
                <a:cubicBezTo>
                  <a:pt x="5098775" y="11237"/>
                  <a:pt x="4837534" y="41882"/>
                  <a:pt x="4574286" y="27432"/>
                </a:cubicBezTo>
                <a:cubicBezTo>
                  <a:pt x="4311038" y="12982"/>
                  <a:pt x="4126419" y="26678"/>
                  <a:pt x="3917061" y="27432"/>
                </a:cubicBezTo>
                <a:cubicBezTo>
                  <a:pt x="3707704" y="28186"/>
                  <a:pt x="3657291" y="40087"/>
                  <a:pt x="3575304" y="27432"/>
                </a:cubicBezTo>
                <a:cubicBezTo>
                  <a:pt x="3493317" y="14777"/>
                  <a:pt x="3185226" y="45867"/>
                  <a:pt x="3023235" y="27432"/>
                </a:cubicBezTo>
                <a:cubicBezTo>
                  <a:pt x="2861244" y="8997"/>
                  <a:pt x="2597085" y="35801"/>
                  <a:pt x="2260854" y="27432"/>
                </a:cubicBezTo>
                <a:cubicBezTo>
                  <a:pt x="1924623" y="19063"/>
                  <a:pt x="1996678" y="15705"/>
                  <a:pt x="1813941" y="27432"/>
                </a:cubicBezTo>
                <a:cubicBezTo>
                  <a:pt x="1631204" y="39159"/>
                  <a:pt x="1187542" y="49167"/>
                  <a:pt x="946404" y="27432"/>
                </a:cubicBezTo>
                <a:cubicBezTo>
                  <a:pt x="705266" y="5697"/>
                  <a:pt x="404743" y="28229"/>
                  <a:pt x="0" y="27432"/>
                </a:cubicBezTo>
                <a:cubicBezTo>
                  <a:pt x="244" y="15297"/>
                  <a:pt x="645" y="7129"/>
                  <a:pt x="0" y="0"/>
                </a:cubicBezTo>
                <a:close/>
              </a:path>
              <a:path extrusionOk="0" h="27432" w="1051560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15650" y="5798"/>
                  <a:pt x="10515903" y="19375"/>
                  <a:pt x="10515600" y="27432"/>
                </a:cubicBezTo>
                <a:cubicBezTo>
                  <a:pt x="10304538" y="42307"/>
                  <a:pt x="10069280" y="3335"/>
                  <a:pt x="9753219" y="27432"/>
                </a:cubicBezTo>
                <a:cubicBezTo>
                  <a:pt x="9437158" y="51529"/>
                  <a:pt x="9488415" y="23852"/>
                  <a:pt x="9411462" y="27432"/>
                </a:cubicBezTo>
                <a:cubicBezTo>
                  <a:pt x="9334509" y="31012"/>
                  <a:pt x="9183755" y="44107"/>
                  <a:pt x="8964549" y="27432"/>
                </a:cubicBezTo>
                <a:cubicBezTo>
                  <a:pt x="8745343" y="10757"/>
                  <a:pt x="8279150" y="61693"/>
                  <a:pt x="8097012" y="27432"/>
                </a:cubicBezTo>
                <a:cubicBezTo>
                  <a:pt x="7914874" y="-6829"/>
                  <a:pt x="7608717" y="59556"/>
                  <a:pt x="7439787" y="27432"/>
                </a:cubicBezTo>
                <a:cubicBezTo>
                  <a:pt x="7270858" y="-4692"/>
                  <a:pt x="7154492" y="27026"/>
                  <a:pt x="6992874" y="27432"/>
                </a:cubicBezTo>
                <a:cubicBezTo>
                  <a:pt x="6831256" y="27838"/>
                  <a:pt x="6536817" y="51174"/>
                  <a:pt x="6335649" y="27432"/>
                </a:cubicBezTo>
                <a:cubicBezTo>
                  <a:pt x="6134481" y="3690"/>
                  <a:pt x="6097824" y="11070"/>
                  <a:pt x="5993892" y="27432"/>
                </a:cubicBezTo>
                <a:cubicBezTo>
                  <a:pt x="5889960" y="43794"/>
                  <a:pt x="5793821" y="34098"/>
                  <a:pt x="5652135" y="27432"/>
                </a:cubicBezTo>
                <a:cubicBezTo>
                  <a:pt x="5510449" y="20766"/>
                  <a:pt x="5168382" y="-3650"/>
                  <a:pt x="4994910" y="27432"/>
                </a:cubicBezTo>
                <a:cubicBezTo>
                  <a:pt x="4821439" y="58514"/>
                  <a:pt x="4653937" y="21362"/>
                  <a:pt x="4547997" y="27432"/>
                </a:cubicBezTo>
                <a:cubicBezTo>
                  <a:pt x="4442057" y="33502"/>
                  <a:pt x="4153363" y="33024"/>
                  <a:pt x="3785616" y="27432"/>
                </a:cubicBezTo>
                <a:cubicBezTo>
                  <a:pt x="3417869" y="21840"/>
                  <a:pt x="3544908" y="29840"/>
                  <a:pt x="3338703" y="27432"/>
                </a:cubicBezTo>
                <a:cubicBezTo>
                  <a:pt x="3132498" y="25024"/>
                  <a:pt x="2782152" y="45947"/>
                  <a:pt x="2576322" y="27432"/>
                </a:cubicBezTo>
                <a:cubicBezTo>
                  <a:pt x="2370492" y="8917"/>
                  <a:pt x="2347214" y="14129"/>
                  <a:pt x="2234565" y="27432"/>
                </a:cubicBezTo>
                <a:cubicBezTo>
                  <a:pt x="2121916" y="40735"/>
                  <a:pt x="1785921" y="49081"/>
                  <a:pt x="1472184" y="27432"/>
                </a:cubicBezTo>
                <a:cubicBezTo>
                  <a:pt x="1158447" y="5783"/>
                  <a:pt x="1203910" y="37937"/>
                  <a:pt x="1025271" y="27432"/>
                </a:cubicBezTo>
                <a:cubicBezTo>
                  <a:pt x="846632" y="16927"/>
                  <a:pt x="846577" y="17996"/>
                  <a:pt x="683514" y="27432"/>
                </a:cubicBezTo>
                <a:cubicBezTo>
                  <a:pt x="520451" y="36868"/>
                  <a:pt x="320799" y="46677"/>
                  <a:pt x="0" y="27432"/>
                </a:cubicBezTo>
                <a:cubicBezTo>
                  <a:pt x="-510" y="19859"/>
                  <a:pt x="-1106" y="11474"/>
                  <a:pt x="0" y="0"/>
                </a:cubicBezTo>
                <a:close/>
              </a:path>
            </a:pathLst>
          </a:custGeom>
          <a:solidFill>
            <a:schemeClr val="dk1"/>
          </a:solidFill>
          <a:ln cap="rnd" cmpd="sng" w="381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01" name="Google Shape;201;p25"/>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202" name="Google Shape;202;p25"/>
          <p:cNvSpPr txBox="1"/>
          <p:nvPr>
            <p:ph type="title"/>
          </p:nvPr>
        </p:nvSpPr>
        <p:spPr>
          <a:xfrm>
            <a:off x="576072" y="238539"/>
            <a:ext cx="11018520" cy="1434415"/>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1"/>
              </a:buClr>
              <a:buSzPts val="7200"/>
              <a:buFont typeface="Arial"/>
              <a:buNone/>
            </a:pPr>
            <a:r>
              <a:rPr lang="en-US" sz="7200"/>
              <a:t>ARDUINO IDE</a:t>
            </a:r>
            <a:endParaRPr/>
          </a:p>
        </p:txBody>
      </p:sp>
      <p:sp>
        <p:nvSpPr>
          <p:cNvPr id="203" name="Google Shape;203;p25"/>
          <p:cNvSpPr/>
          <p:nvPr/>
        </p:nvSpPr>
        <p:spPr>
          <a:xfrm>
            <a:off x="576072" y="1817073"/>
            <a:ext cx="11018520" cy="18288"/>
          </a:xfrm>
          <a:custGeom>
            <a:rect b="b" l="l" r="r" t="t"/>
            <a:pathLst>
              <a:path extrusionOk="0" fill="none" h="18288" w="11018520">
                <a:moveTo>
                  <a:pt x="0" y="0"/>
                </a:moveTo>
                <a:cubicBezTo>
                  <a:pt x="176840" y="19448"/>
                  <a:pt x="369510" y="1686"/>
                  <a:pt x="468287" y="0"/>
                </a:cubicBezTo>
                <a:cubicBezTo>
                  <a:pt x="567064" y="-1686"/>
                  <a:pt x="844925" y="28710"/>
                  <a:pt x="1156945" y="0"/>
                </a:cubicBezTo>
                <a:cubicBezTo>
                  <a:pt x="1468965" y="-28710"/>
                  <a:pt x="1755775" y="35306"/>
                  <a:pt x="1955787" y="0"/>
                </a:cubicBezTo>
                <a:cubicBezTo>
                  <a:pt x="2155799" y="-35306"/>
                  <a:pt x="2224532" y="-16632"/>
                  <a:pt x="2313889" y="0"/>
                </a:cubicBezTo>
                <a:cubicBezTo>
                  <a:pt x="2403246" y="16632"/>
                  <a:pt x="2494050" y="6083"/>
                  <a:pt x="2671991" y="0"/>
                </a:cubicBezTo>
                <a:cubicBezTo>
                  <a:pt x="2849932" y="-6083"/>
                  <a:pt x="3354152" y="34614"/>
                  <a:pt x="3581019" y="0"/>
                </a:cubicBezTo>
                <a:cubicBezTo>
                  <a:pt x="3807886" y="-34614"/>
                  <a:pt x="4022451" y="14254"/>
                  <a:pt x="4269677" y="0"/>
                </a:cubicBezTo>
                <a:cubicBezTo>
                  <a:pt x="4516903" y="-14254"/>
                  <a:pt x="4514495" y="-13291"/>
                  <a:pt x="4627778" y="0"/>
                </a:cubicBezTo>
                <a:cubicBezTo>
                  <a:pt x="4741061" y="13291"/>
                  <a:pt x="5120758" y="-22660"/>
                  <a:pt x="5316436" y="0"/>
                </a:cubicBezTo>
                <a:cubicBezTo>
                  <a:pt x="5512114" y="22660"/>
                  <a:pt x="5812155" y="-9513"/>
                  <a:pt x="6225464" y="0"/>
                </a:cubicBezTo>
                <a:cubicBezTo>
                  <a:pt x="6638773" y="9513"/>
                  <a:pt x="6545417" y="2479"/>
                  <a:pt x="6803936" y="0"/>
                </a:cubicBezTo>
                <a:cubicBezTo>
                  <a:pt x="7062455" y="-2479"/>
                  <a:pt x="7245098" y="-20209"/>
                  <a:pt x="7382408" y="0"/>
                </a:cubicBezTo>
                <a:cubicBezTo>
                  <a:pt x="7519718" y="20209"/>
                  <a:pt x="7801947" y="19736"/>
                  <a:pt x="8071066" y="0"/>
                </a:cubicBezTo>
                <a:cubicBezTo>
                  <a:pt x="8340185" y="-19736"/>
                  <a:pt x="8495312" y="-6666"/>
                  <a:pt x="8869909" y="0"/>
                </a:cubicBezTo>
                <a:cubicBezTo>
                  <a:pt x="9244506" y="6666"/>
                  <a:pt x="9501461" y="-13745"/>
                  <a:pt x="9668751" y="0"/>
                </a:cubicBezTo>
                <a:cubicBezTo>
                  <a:pt x="9836041" y="13745"/>
                  <a:pt x="10607605" y="14143"/>
                  <a:pt x="11018520" y="0"/>
                </a:cubicBezTo>
                <a:cubicBezTo>
                  <a:pt x="11019166" y="4451"/>
                  <a:pt x="11019010" y="9226"/>
                  <a:pt x="11018520" y="18288"/>
                </a:cubicBezTo>
                <a:cubicBezTo>
                  <a:pt x="10834966" y="15274"/>
                  <a:pt x="10754561" y="35250"/>
                  <a:pt x="10550233" y="18288"/>
                </a:cubicBezTo>
                <a:cubicBezTo>
                  <a:pt x="10345905" y="1326"/>
                  <a:pt x="9906342" y="45884"/>
                  <a:pt x="9641205" y="18288"/>
                </a:cubicBezTo>
                <a:cubicBezTo>
                  <a:pt x="9376068" y="-9308"/>
                  <a:pt x="9177188" y="43988"/>
                  <a:pt x="8952548" y="18288"/>
                </a:cubicBezTo>
                <a:cubicBezTo>
                  <a:pt x="8727908" y="-7412"/>
                  <a:pt x="8707007" y="3271"/>
                  <a:pt x="8594446" y="18288"/>
                </a:cubicBezTo>
                <a:cubicBezTo>
                  <a:pt x="8481885" y="33305"/>
                  <a:pt x="8175004" y="35109"/>
                  <a:pt x="7905788" y="18288"/>
                </a:cubicBezTo>
                <a:cubicBezTo>
                  <a:pt x="7636572" y="1467"/>
                  <a:pt x="7535638" y="7399"/>
                  <a:pt x="7327316" y="18288"/>
                </a:cubicBezTo>
                <a:cubicBezTo>
                  <a:pt x="7118994" y="29177"/>
                  <a:pt x="6978247" y="47205"/>
                  <a:pt x="6748844" y="18288"/>
                </a:cubicBezTo>
                <a:cubicBezTo>
                  <a:pt x="6519441" y="-10629"/>
                  <a:pt x="6459241" y="43308"/>
                  <a:pt x="6170371" y="18288"/>
                </a:cubicBezTo>
                <a:cubicBezTo>
                  <a:pt x="5881501" y="-6732"/>
                  <a:pt x="5736201" y="35971"/>
                  <a:pt x="5591899" y="18288"/>
                </a:cubicBezTo>
                <a:cubicBezTo>
                  <a:pt x="5447597" y="605"/>
                  <a:pt x="4990303" y="20409"/>
                  <a:pt x="4793056" y="18288"/>
                </a:cubicBezTo>
                <a:cubicBezTo>
                  <a:pt x="4595809" y="16167"/>
                  <a:pt x="4271723" y="2909"/>
                  <a:pt x="4104399" y="18288"/>
                </a:cubicBezTo>
                <a:cubicBezTo>
                  <a:pt x="3937075" y="33667"/>
                  <a:pt x="3923235" y="10730"/>
                  <a:pt x="3746297" y="18288"/>
                </a:cubicBezTo>
                <a:cubicBezTo>
                  <a:pt x="3569359" y="25846"/>
                  <a:pt x="3351081" y="24702"/>
                  <a:pt x="3167825" y="18288"/>
                </a:cubicBezTo>
                <a:cubicBezTo>
                  <a:pt x="2984569" y="11874"/>
                  <a:pt x="2708033" y="13293"/>
                  <a:pt x="2368982" y="18288"/>
                </a:cubicBezTo>
                <a:cubicBezTo>
                  <a:pt x="2029931" y="23283"/>
                  <a:pt x="2009060" y="37671"/>
                  <a:pt x="1900695" y="18288"/>
                </a:cubicBezTo>
                <a:cubicBezTo>
                  <a:pt x="1792330" y="-1095"/>
                  <a:pt x="1183178" y="9337"/>
                  <a:pt x="991667" y="18288"/>
                </a:cubicBezTo>
                <a:cubicBezTo>
                  <a:pt x="800156" y="27239"/>
                  <a:pt x="375690" y="34110"/>
                  <a:pt x="0" y="18288"/>
                </a:cubicBezTo>
                <a:cubicBezTo>
                  <a:pt x="-213" y="9468"/>
                  <a:pt x="187" y="4459"/>
                  <a:pt x="0" y="0"/>
                </a:cubicBezTo>
                <a:close/>
              </a:path>
              <a:path extrusionOk="0" h="18288" w="11018520">
                <a:moveTo>
                  <a:pt x="0" y="0"/>
                </a:moveTo>
                <a:cubicBezTo>
                  <a:pt x="266588" y="-23405"/>
                  <a:pt x="350503" y="-27031"/>
                  <a:pt x="578472" y="0"/>
                </a:cubicBezTo>
                <a:cubicBezTo>
                  <a:pt x="806441" y="27031"/>
                  <a:pt x="803976" y="13604"/>
                  <a:pt x="936574" y="0"/>
                </a:cubicBezTo>
                <a:cubicBezTo>
                  <a:pt x="1069172" y="-13604"/>
                  <a:pt x="1661335" y="-31902"/>
                  <a:pt x="1845602" y="0"/>
                </a:cubicBezTo>
                <a:cubicBezTo>
                  <a:pt x="2029869" y="31902"/>
                  <a:pt x="2273452" y="17005"/>
                  <a:pt x="2424074" y="0"/>
                </a:cubicBezTo>
                <a:cubicBezTo>
                  <a:pt x="2574696" y="-17005"/>
                  <a:pt x="2790864" y="-28133"/>
                  <a:pt x="3002547" y="0"/>
                </a:cubicBezTo>
                <a:cubicBezTo>
                  <a:pt x="3214230" y="28133"/>
                  <a:pt x="3605033" y="-14934"/>
                  <a:pt x="3911575" y="0"/>
                </a:cubicBezTo>
                <a:cubicBezTo>
                  <a:pt x="4218117" y="14934"/>
                  <a:pt x="4198004" y="3604"/>
                  <a:pt x="4379862" y="0"/>
                </a:cubicBezTo>
                <a:cubicBezTo>
                  <a:pt x="4561720" y="-3604"/>
                  <a:pt x="4941151" y="-37368"/>
                  <a:pt x="5288890" y="0"/>
                </a:cubicBezTo>
                <a:cubicBezTo>
                  <a:pt x="5636629" y="37368"/>
                  <a:pt x="6011513" y="-33898"/>
                  <a:pt x="6197918" y="0"/>
                </a:cubicBezTo>
                <a:cubicBezTo>
                  <a:pt x="6384323" y="33898"/>
                  <a:pt x="6555799" y="11241"/>
                  <a:pt x="6886575" y="0"/>
                </a:cubicBezTo>
                <a:cubicBezTo>
                  <a:pt x="7217351" y="-11241"/>
                  <a:pt x="7604472" y="-44614"/>
                  <a:pt x="7795603" y="0"/>
                </a:cubicBezTo>
                <a:cubicBezTo>
                  <a:pt x="7986734" y="44614"/>
                  <a:pt x="8098870" y="-11086"/>
                  <a:pt x="8374075" y="0"/>
                </a:cubicBezTo>
                <a:cubicBezTo>
                  <a:pt x="8649280" y="11086"/>
                  <a:pt x="8701749" y="-25020"/>
                  <a:pt x="8952548" y="0"/>
                </a:cubicBezTo>
                <a:cubicBezTo>
                  <a:pt x="9203347" y="25020"/>
                  <a:pt x="9519297" y="4274"/>
                  <a:pt x="9751390" y="0"/>
                </a:cubicBezTo>
                <a:cubicBezTo>
                  <a:pt x="9983483" y="-4274"/>
                  <a:pt x="10169881" y="16480"/>
                  <a:pt x="10329863" y="0"/>
                </a:cubicBezTo>
                <a:cubicBezTo>
                  <a:pt x="10489845" y="-16480"/>
                  <a:pt x="10750941" y="-9727"/>
                  <a:pt x="11018520" y="0"/>
                </a:cubicBezTo>
                <a:cubicBezTo>
                  <a:pt x="11018113" y="8690"/>
                  <a:pt x="11018366" y="14141"/>
                  <a:pt x="11018520" y="18288"/>
                </a:cubicBezTo>
                <a:cubicBezTo>
                  <a:pt x="10841176" y="-3597"/>
                  <a:pt x="10399304" y="41504"/>
                  <a:pt x="10219677" y="18288"/>
                </a:cubicBezTo>
                <a:cubicBezTo>
                  <a:pt x="10040050" y="-4928"/>
                  <a:pt x="10030762" y="16144"/>
                  <a:pt x="9861575" y="18288"/>
                </a:cubicBezTo>
                <a:cubicBezTo>
                  <a:pt x="9692388" y="20432"/>
                  <a:pt x="9529439" y="40380"/>
                  <a:pt x="9393288" y="18288"/>
                </a:cubicBezTo>
                <a:cubicBezTo>
                  <a:pt x="9257137" y="-3804"/>
                  <a:pt x="8825003" y="25592"/>
                  <a:pt x="8484260" y="18288"/>
                </a:cubicBezTo>
                <a:cubicBezTo>
                  <a:pt x="8143517" y="10984"/>
                  <a:pt x="8082894" y="45968"/>
                  <a:pt x="7795603" y="18288"/>
                </a:cubicBezTo>
                <a:cubicBezTo>
                  <a:pt x="7508312" y="-9392"/>
                  <a:pt x="7466074" y="19486"/>
                  <a:pt x="7327316" y="18288"/>
                </a:cubicBezTo>
                <a:cubicBezTo>
                  <a:pt x="7188558" y="17090"/>
                  <a:pt x="6869645" y="4657"/>
                  <a:pt x="6638658" y="18288"/>
                </a:cubicBezTo>
                <a:cubicBezTo>
                  <a:pt x="6407671" y="31919"/>
                  <a:pt x="6359238" y="35967"/>
                  <a:pt x="6280556" y="18288"/>
                </a:cubicBezTo>
                <a:cubicBezTo>
                  <a:pt x="6201874" y="609"/>
                  <a:pt x="6041216" y="22404"/>
                  <a:pt x="5922455" y="18288"/>
                </a:cubicBezTo>
                <a:cubicBezTo>
                  <a:pt x="5803694" y="14172"/>
                  <a:pt x="5555521" y="48848"/>
                  <a:pt x="5233797" y="18288"/>
                </a:cubicBezTo>
                <a:cubicBezTo>
                  <a:pt x="4912073" y="-12272"/>
                  <a:pt x="4986440" y="-2740"/>
                  <a:pt x="4765510" y="18288"/>
                </a:cubicBezTo>
                <a:cubicBezTo>
                  <a:pt x="4544580" y="39316"/>
                  <a:pt x="4177715" y="18248"/>
                  <a:pt x="3966667" y="18288"/>
                </a:cubicBezTo>
                <a:cubicBezTo>
                  <a:pt x="3755619" y="18328"/>
                  <a:pt x="3664519" y="22387"/>
                  <a:pt x="3498380" y="18288"/>
                </a:cubicBezTo>
                <a:cubicBezTo>
                  <a:pt x="3332241" y="14189"/>
                  <a:pt x="3065858" y="-7524"/>
                  <a:pt x="2699537" y="18288"/>
                </a:cubicBezTo>
                <a:cubicBezTo>
                  <a:pt x="2333216" y="44100"/>
                  <a:pt x="2505666" y="4650"/>
                  <a:pt x="2341436" y="18288"/>
                </a:cubicBezTo>
                <a:cubicBezTo>
                  <a:pt x="2177206" y="31926"/>
                  <a:pt x="1790164" y="19880"/>
                  <a:pt x="1542593" y="18288"/>
                </a:cubicBezTo>
                <a:cubicBezTo>
                  <a:pt x="1295022" y="16696"/>
                  <a:pt x="1218012" y="39325"/>
                  <a:pt x="1074306" y="18288"/>
                </a:cubicBezTo>
                <a:cubicBezTo>
                  <a:pt x="930600" y="-2749"/>
                  <a:pt x="797266" y="24589"/>
                  <a:pt x="716204" y="18288"/>
                </a:cubicBezTo>
                <a:cubicBezTo>
                  <a:pt x="635142" y="11987"/>
                  <a:pt x="344503" y="41396"/>
                  <a:pt x="0" y="18288"/>
                </a:cubicBezTo>
                <a:cubicBezTo>
                  <a:pt x="-53" y="11301"/>
                  <a:pt x="-649" y="7756"/>
                  <a:pt x="0" y="0"/>
                </a:cubicBezTo>
                <a:close/>
              </a:path>
            </a:pathLst>
          </a:custGeom>
          <a:solidFill>
            <a:srgbClr val="C8675A"/>
          </a:solidFill>
          <a:ln cap="rnd" cmpd="sng" w="38100">
            <a:solidFill>
              <a:srgbClr val="C8675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204" name="Google Shape;204;p25"/>
          <p:cNvSpPr txBox="1"/>
          <p:nvPr>
            <p:ph idx="1" type="body"/>
          </p:nvPr>
        </p:nvSpPr>
        <p:spPr>
          <a:xfrm>
            <a:off x="572493" y="2071316"/>
            <a:ext cx="6713552" cy="4119172"/>
          </a:xfrm>
          <a:prstGeom prst="rect">
            <a:avLst/>
          </a:prstGeom>
          <a:noFill/>
          <a:ln>
            <a:noFill/>
          </a:ln>
        </p:spPr>
        <p:txBody>
          <a:bodyPr anchorCtr="0" anchor="t" bIns="45700" lIns="91425" spcFirstLastPara="1" rIns="91425" wrap="square" tIns="45700">
            <a:normAutofit/>
          </a:bodyPr>
          <a:lstStyle/>
          <a:p>
            <a:pPr indent="0" lvl="0" marL="0" rtl="0" algn="l">
              <a:lnSpc>
                <a:spcPct val="110000"/>
              </a:lnSpc>
              <a:spcBef>
                <a:spcPts val="0"/>
              </a:spcBef>
              <a:spcAft>
                <a:spcPts val="0"/>
              </a:spcAft>
              <a:buClr>
                <a:schemeClr val="dk1"/>
              </a:buClr>
              <a:buSzPts val="3600"/>
              <a:buNone/>
            </a:pPr>
            <a:r>
              <a:rPr b="0" i="0" lang="en-US" sz="1800"/>
              <a:t>The </a:t>
            </a:r>
            <a:r>
              <a:rPr b="1" i="0" lang="en-US" sz="1800"/>
              <a:t>Arduino</a:t>
            </a:r>
            <a:r>
              <a:rPr b="0" i="0" lang="en-US" sz="1800"/>
              <a:t> Integrated Development Environment - or </a:t>
            </a:r>
            <a:r>
              <a:rPr b="1" i="0" lang="en-US" sz="1800"/>
              <a:t>Arduino</a:t>
            </a:r>
            <a:r>
              <a:rPr b="0" i="0" lang="en-US" sz="1800"/>
              <a:t> Software (</a:t>
            </a:r>
            <a:r>
              <a:rPr b="1" i="0" lang="en-US" sz="1800"/>
              <a:t>IDE</a:t>
            </a:r>
            <a:r>
              <a:rPr b="0" i="0" lang="en-US" sz="1800"/>
              <a:t>) - contains a text editor for writing code, a message area, a text console, a toolbar with buttons for common functions and a series of menus. It connects to the </a:t>
            </a:r>
            <a:r>
              <a:rPr b="1" i="0" lang="en-US" sz="1800"/>
              <a:t>Arduino</a:t>
            </a:r>
            <a:r>
              <a:rPr b="0" i="0" lang="en-US" sz="1800"/>
              <a:t> and Genuino hardware to upload programs and communicate with them</a:t>
            </a:r>
            <a:endParaRPr sz="1800"/>
          </a:p>
        </p:txBody>
      </p:sp>
      <p:pic>
        <p:nvPicPr>
          <p:cNvPr descr="Introduction to the Arduino IDE" id="205" name="Google Shape;205;p25"/>
          <p:cNvPicPr preferRelativeResize="0"/>
          <p:nvPr/>
        </p:nvPicPr>
        <p:blipFill rotWithShape="1">
          <a:blip r:embed="rId3">
            <a:alphaModFix/>
          </a:blip>
          <a:srcRect b="0" l="14581" r="13262" t="0"/>
          <a:stretch/>
        </p:blipFill>
        <p:spPr>
          <a:xfrm>
            <a:off x="7675658" y="2093976"/>
            <a:ext cx="3941064" cy="4096512"/>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9" name="Shape 209"/>
        <p:cNvGrpSpPr/>
        <p:nvPr/>
      </p:nvGrpSpPr>
      <p:grpSpPr>
        <a:xfrm>
          <a:off x="0" y="0"/>
          <a:ext cx="0" cy="0"/>
          <a:chOff x="0" y="0"/>
          <a:chExt cx="0" cy="0"/>
        </a:xfrm>
      </p:grpSpPr>
      <p:sp>
        <p:nvSpPr>
          <p:cNvPr id="210" name="Google Shape;210;p26"/>
          <p:cNvSpPr/>
          <p:nvPr/>
        </p:nvSpPr>
        <p:spPr>
          <a:xfrm>
            <a:off x="838199" y="1709928"/>
            <a:ext cx="10515600" cy="27432"/>
          </a:xfrm>
          <a:custGeom>
            <a:rect b="b" l="l" r="r" t="t"/>
            <a:pathLst>
              <a:path extrusionOk="0" fill="none" h="27432" w="10515600">
                <a:moveTo>
                  <a:pt x="0" y="0"/>
                </a:moveTo>
                <a:cubicBezTo>
                  <a:pt x="119693" y="-14343"/>
                  <a:pt x="253007" y="-7583"/>
                  <a:pt x="446913" y="0"/>
                </a:cubicBezTo>
                <a:cubicBezTo>
                  <a:pt x="640819" y="7583"/>
                  <a:pt x="841419" y="-7067"/>
                  <a:pt x="1104138" y="0"/>
                </a:cubicBezTo>
                <a:cubicBezTo>
                  <a:pt x="1366858" y="7067"/>
                  <a:pt x="1495525" y="1255"/>
                  <a:pt x="1866519" y="0"/>
                </a:cubicBezTo>
                <a:cubicBezTo>
                  <a:pt x="2237513" y="-1255"/>
                  <a:pt x="2043820" y="12003"/>
                  <a:pt x="2208276" y="0"/>
                </a:cubicBezTo>
                <a:cubicBezTo>
                  <a:pt x="2372732" y="-12003"/>
                  <a:pt x="2419452" y="9887"/>
                  <a:pt x="2550033" y="0"/>
                </a:cubicBezTo>
                <a:cubicBezTo>
                  <a:pt x="2680614" y="-9887"/>
                  <a:pt x="3098156" y="3827"/>
                  <a:pt x="3417570" y="0"/>
                </a:cubicBezTo>
                <a:cubicBezTo>
                  <a:pt x="3736984" y="-3827"/>
                  <a:pt x="3916040" y="-6233"/>
                  <a:pt x="4074795" y="0"/>
                </a:cubicBezTo>
                <a:cubicBezTo>
                  <a:pt x="4233551" y="6233"/>
                  <a:pt x="4279253" y="5661"/>
                  <a:pt x="4416552" y="0"/>
                </a:cubicBezTo>
                <a:cubicBezTo>
                  <a:pt x="4553851" y="-5661"/>
                  <a:pt x="4915758" y="26022"/>
                  <a:pt x="5073777" y="0"/>
                </a:cubicBezTo>
                <a:cubicBezTo>
                  <a:pt x="5231797" y="-26022"/>
                  <a:pt x="5612089" y="32230"/>
                  <a:pt x="5941314" y="0"/>
                </a:cubicBezTo>
                <a:cubicBezTo>
                  <a:pt x="6270539" y="-32230"/>
                  <a:pt x="6313600" y="3064"/>
                  <a:pt x="6493383" y="0"/>
                </a:cubicBezTo>
                <a:cubicBezTo>
                  <a:pt x="6673166" y="-3064"/>
                  <a:pt x="6902474" y="-21096"/>
                  <a:pt x="7045452" y="0"/>
                </a:cubicBezTo>
                <a:cubicBezTo>
                  <a:pt x="7188430" y="21096"/>
                  <a:pt x="7478162" y="17386"/>
                  <a:pt x="7702677" y="0"/>
                </a:cubicBezTo>
                <a:cubicBezTo>
                  <a:pt x="7927192" y="-17386"/>
                  <a:pt x="8295683" y="-35143"/>
                  <a:pt x="8465058" y="0"/>
                </a:cubicBezTo>
                <a:cubicBezTo>
                  <a:pt x="8634433" y="35143"/>
                  <a:pt x="8927835" y="4103"/>
                  <a:pt x="9227439" y="0"/>
                </a:cubicBezTo>
                <a:cubicBezTo>
                  <a:pt x="9527043" y="-4103"/>
                  <a:pt x="10105355" y="-17535"/>
                  <a:pt x="10515600" y="0"/>
                </a:cubicBezTo>
                <a:cubicBezTo>
                  <a:pt x="10515789" y="12323"/>
                  <a:pt x="10515633" y="14639"/>
                  <a:pt x="10515600" y="27432"/>
                </a:cubicBezTo>
                <a:cubicBezTo>
                  <a:pt x="10343646" y="15282"/>
                  <a:pt x="10223667" y="31057"/>
                  <a:pt x="10068687" y="27432"/>
                </a:cubicBezTo>
                <a:cubicBezTo>
                  <a:pt x="9913707" y="23807"/>
                  <a:pt x="9512455" y="4101"/>
                  <a:pt x="9201150" y="27432"/>
                </a:cubicBezTo>
                <a:cubicBezTo>
                  <a:pt x="8889845" y="50763"/>
                  <a:pt x="8866277" y="3158"/>
                  <a:pt x="8543925" y="27432"/>
                </a:cubicBezTo>
                <a:cubicBezTo>
                  <a:pt x="8221573" y="51706"/>
                  <a:pt x="8288348" y="37286"/>
                  <a:pt x="8202168" y="27432"/>
                </a:cubicBezTo>
                <a:cubicBezTo>
                  <a:pt x="8115988" y="17578"/>
                  <a:pt x="7797033" y="6631"/>
                  <a:pt x="7544943" y="27432"/>
                </a:cubicBezTo>
                <a:cubicBezTo>
                  <a:pt x="7292854" y="48233"/>
                  <a:pt x="7108060" y="41767"/>
                  <a:pt x="6992874" y="27432"/>
                </a:cubicBezTo>
                <a:cubicBezTo>
                  <a:pt x="6877688" y="13097"/>
                  <a:pt x="6668930" y="7947"/>
                  <a:pt x="6440805" y="27432"/>
                </a:cubicBezTo>
                <a:cubicBezTo>
                  <a:pt x="6212680" y="46917"/>
                  <a:pt x="6027476" y="35225"/>
                  <a:pt x="5888736" y="27432"/>
                </a:cubicBezTo>
                <a:cubicBezTo>
                  <a:pt x="5749996" y="19639"/>
                  <a:pt x="5574559" y="43627"/>
                  <a:pt x="5336667" y="27432"/>
                </a:cubicBezTo>
                <a:cubicBezTo>
                  <a:pt x="5098775" y="11237"/>
                  <a:pt x="4837534" y="41882"/>
                  <a:pt x="4574286" y="27432"/>
                </a:cubicBezTo>
                <a:cubicBezTo>
                  <a:pt x="4311038" y="12982"/>
                  <a:pt x="4126419" y="26678"/>
                  <a:pt x="3917061" y="27432"/>
                </a:cubicBezTo>
                <a:cubicBezTo>
                  <a:pt x="3707704" y="28186"/>
                  <a:pt x="3657291" y="40087"/>
                  <a:pt x="3575304" y="27432"/>
                </a:cubicBezTo>
                <a:cubicBezTo>
                  <a:pt x="3493317" y="14777"/>
                  <a:pt x="3185226" y="45867"/>
                  <a:pt x="3023235" y="27432"/>
                </a:cubicBezTo>
                <a:cubicBezTo>
                  <a:pt x="2861244" y="8997"/>
                  <a:pt x="2597085" y="35801"/>
                  <a:pt x="2260854" y="27432"/>
                </a:cubicBezTo>
                <a:cubicBezTo>
                  <a:pt x="1924623" y="19063"/>
                  <a:pt x="1996678" y="15705"/>
                  <a:pt x="1813941" y="27432"/>
                </a:cubicBezTo>
                <a:cubicBezTo>
                  <a:pt x="1631204" y="39159"/>
                  <a:pt x="1187542" y="49167"/>
                  <a:pt x="946404" y="27432"/>
                </a:cubicBezTo>
                <a:cubicBezTo>
                  <a:pt x="705266" y="5697"/>
                  <a:pt x="404743" y="28229"/>
                  <a:pt x="0" y="27432"/>
                </a:cubicBezTo>
                <a:cubicBezTo>
                  <a:pt x="244" y="15297"/>
                  <a:pt x="645" y="7129"/>
                  <a:pt x="0" y="0"/>
                </a:cubicBezTo>
                <a:close/>
              </a:path>
              <a:path extrusionOk="0" h="27432" w="1051560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15650" y="5798"/>
                  <a:pt x="10515903" y="19375"/>
                  <a:pt x="10515600" y="27432"/>
                </a:cubicBezTo>
                <a:cubicBezTo>
                  <a:pt x="10304538" y="42307"/>
                  <a:pt x="10069280" y="3335"/>
                  <a:pt x="9753219" y="27432"/>
                </a:cubicBezTo>
                <a:cubicBezTo>
                  <a:pt x="9437158" y="51529"/>
                  <a:pt x="9488415" y="23852"/>
                  <a:pt x="9411462" y="27432"/>
                </a:cubicBezTo>
                <a:cubicBezTo>
                  <a:pt x="9334509" y="31012"/>
                  <a:pt x="9183755" y="44107"/>
                  <a:pt x="8964549" y="27432"/>
                </a:cubicBezTo>
                <a:cubicBezTo>
                  <a:pt x="8745343" y="10757"/>
                  <a:pt x="8279150" y="61693"/>
                  <a:pt x="8097012" y="27432"/>
                </a:cubicBezTo>
                <a:cubicBezTo>
                  <a:pt x="7914874" y="-6829"/>
                  <a:pt x="7608717" y="59556"/>
                  <a:pt x="7439787" y="27432"/>
                </a:cubicBezTo>
                <a:cubicBezTo>
                  <a:pt x="7270858" y="-4692"/>
                  <a:pt x="7154492" y="27026"/>
                  <a:pt x="6992874" y="27432"/>
                </a:cubicBezTo>
                <a:cubicBezTo>
                  <a:pt x="6831256" y="27838"/>
                  <a:pt x="6536817" y="51174"/>
                  <a:pt x="6335649" y="27432"/>
                </a:cubicBezTo>
                <a:cubicBezTo>
                  <a:pt x="6134481" y="3690"/>
                  <a:pt x="6097824" y="11070"/>
                  <a:pt x="5993892" y="27432"/>
                </a:cubicBezTo>
                <a:cubicBezTo>
                  <a:pt x="5889960" y="43794"/>
                  <a:pt x="5793821" y="34098"/>
                  <a:pt x="5652135" y="27432"/>
                </a:cubicBezTo>
                <a:cubicBezTo>
                  <a:pt x="5510449" y="20766"/>
                  <a:pt x="5168382" y="-3650"/>
                  <a:pt x="4994910" y="27432"/>
                </a:cubicBezTo>
                <a:cubicBezTo>
                  <a:pt x="4821439" y="58514"/>
                  <a:pt x="4653937" y="21362"/>
                  <a:pt x="4547997" y="27432"/>
                </a:cubicBezTo>
                <a:cubicBezTo>
                  <a:pt x="4442057" y="33502"/>
                  <a:pt x="4153363" y="33024"/>
                  <a:pt x="3785616" y="27432"/>
                </a:cubicBezTo>
                <a:cubicBezTo>
                  <a:pt x="3417869" y="21840"/>
                  <a:pt x="3544908" y="29840"/>
                  <a:pt x="3338703" y="27432"/>
                </a:cubicBezTo>
                <a:cubicBezTo>
                  <a:pt x="3132498" y="25024"/>
                  <a:pt x="2782152" y="45947"/>
                  <a:pt x="2576322" y="27432"/>
                </a:cubicBezTo>
                <a:cubicBezTo>
                  <a:pt x="2370492" y="8917"/>
                  <a:pt x="2347214" y="14129"/>
                  <a:pt x="2234565" y="27432"/>
                </a:cubicBezTo>
                <a:cubicBezTo>
                  <a:pt x="2121916" y="40735"/>
                  <a:pt x="1785921" y="49081"/>
                  <a:pt x="1472184" y="27432"/>
                </a:cubicBezTo>
                <a:cubicBezTo>
                  <a:pt x="1158447" y="5783"/>
                  <a:pt x="1203910" y="37937"/>
                  <a:pt x="1025271" y="27432"/>
                </a:cubicBezTo>
                <a:cubicBezTo>
                  <a:pt x="846632" y="16927"/>
                  <a:pt x="846577" y="17996"/>
                  <a:pt x="683514" y="27432"/>
                </a:cubicBezTo>
                <a:cubicBezTo>
                  <a:pt x="520451" y="36868"/>
                  <a:pt x="320799" y="46677"/>
                  <a:pt x="0" y="27432"/>
                </a:cubicBezTo>
                <a:cubicBezTo>
                  <a:pt x="-510" y="19859"/>
                  <a:pt x="-1106" y="11474"/>
                  <a:pt x="0" y="0"/>
                </a:cubicBezTo>
                <a:close/>
              </a:path>
            </a:pathLst>
          </a:custGeom>
          <a:solidFill>
            <a:schemeClr val="dk1"/>
          </a:solidFill>
          <a:ln cap="rnd" cmpd="sng" w="381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11" name="Google Shape;211;p26"/>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212" name="Google Shape;212;p26"/>
          <p:cNvSpPr txBox="1"/>
          <p:nvPr>
            <p:ph type="title"/>
          </p:nvPr>
        </p:nvSpPr>
        <p:spPr>
          <a:xfrm>
            <a:off x="572493" y="238539"/>
            <a:ext cx="11047013" cy="1434415"/>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1"/>
              </a:buClr>
              <a:buSzPts val="7200"/>
              <a:buFont typeface="Arial"/>
              <a:buNone/>
            </a:pPr>
            <a:r>
              <a:rPr lang="en-US" sz="7200"/>
              <a:t>THINGSPEAK</a:t>
            </a:r>
            <a:endParaRPr/>
          </a:p>
        </p:txBody>
      </p:sp>
      <p:sp>
        <p:nvSpPr>
          <p:cNvPr id="213" name="Google Shape;213;p26"/>
          <p:cNvSpPr/>
          <p:nvPr/>
        </p:nvSpPr>
        <p:spPr>
          <a:xfrm>
            <a:off x="572494" y="1817073"/>
            <a:ext cx="11018520" cy="18288"/>
          </a:xfrm>
          <a:custGeom>
            <a:rect b="b" l="l" r="r" t="t"/>
            <a:pathLst>
              <a:path extrusionOk="0" fill="none" h="18288" w="11018520">
                <a:moveTo>
                  <a:pt x="0" y="0"/>
                </a:moveTo>
                <a:cubicBezTo>
                  <a:pt x="176840" y="19448"/>
                  <a:pt x="369510" y="1686"/>
                  <a:pt x="468287" y="0"/>
                </a:cubicBezTo>
                <a:cubicBezTo>
                  <a:pt x="567064" y="-1686"/>
                  <a:pt x="844925" y="28710"/>
                  <a:pt x="1156945" y="0"/>
                </a:cubicBezTo>
                <a:cubicBezTo>
                  <a:pt x="1468965" y="-28710"/>
                  <a:pt x="1755775" y="35306"/>
                  <a:pt x="1955787" y="0"/>
                </a:cubicBezTo>
                <a:cubicBezTo>
                  <a:pt x="2155799" y="-35306"/>
                  <a:pt x="2224532" y="-16632"/>
                  <a:pt x="2313889" y="0"/>
                </a:cubicBezTo>
                <a:cubicBezTo>
                  <a:pt x="2403246" y="16632"/>
                  <a:pt x="2494050" y="6083"/>
                  <a:pt x="2671991" y="0"/>
                </a:cubicBezTo>
                <a:cubicBezTo>
                  <a:pt x="2849932" y="-6083"/>
                  <a:pt x="3354152" y="34614"/>
                  <a:pt x="3581019" y="0"/>
                </a:cubicBezTo>
                <a:cubicBezTo>
                  <a:pt x="3807886" y="-34614"/>
                  <a:pt x="4022451" y="14254"/>
                  <a:pt x="4269677" y="0"/>
                </a:cubicBezTo>
                <a:cubicBezTo>
                  <a:pt x="4516903" y="-14254"/>
                  <a:pt x="4514495" y="-13291"/>
                  <a:pt x="4627778" y="0"/>
                </a:cubicBezTo>
                <a:cubicBezTo>
                  <a:pt x="4741061" y="13291"/>
                  <a:pt x="5120758" y="-22660"/>
                  <a:pt x="5316436" y="0"/>
                </a:cubicBezTo>
                <a:cubicBezTo>
                  <a:pt x="5512114" y="22660"/>
                  <a:pt x="5812155" y="-9513"/>
                  <a:pt x="6225464" y="0"/>
                </a:cubicBezTo>
                <a:cubicBezTo>
                  <a:pt x="6638773" y="9513"/>
                  <a:pt x="6545417" y="2479"/>
                  <a:pt x="6803936" y="0"/>
                </a:cubicBezTo>
                <a:cubicBezTo>
                  <a:pt x="7062455" y="-2479"/>
                  <a:pt x="7245098" y="-20209"/>
                  <a:pt x="7382408" y="0"/>
                </a:cubicBezTo>
                <a:cubicBezTo>
                  <a:pt x="7519718" y="20209"/>
                  <a:pt x="7801947" y="19736"/>
                  <a:pt x="8071066" y="0"/>
                </a:cubicBezTo>
                <a:cubicBezTo>
                  <a:pt x="8340185" y="-19736"/>
                  <a:pt x="8495312" y="-6666"/>
                  <a:pt x="8869909" y="0"/>
                </a:cubicBezTo>
                <a:cubicBezTo>
                  <a:pt x="9244506" y="6666"/>
                  <a:pt x="9501461" y="-13745"/>
                  <a:pt x="9668751" y="0"/>
                </a:cubicBezTo>
                <a:cubicBezTo>
                  <a:pt x="9836041" y="13745"/>
                  <a:pt x="10607605" y="14143"/>
                  <a:pt x="11018520" y="0"/>
                </a:cubicBezTo>
                <a:cubicBezTo>
                  <a:pt x="11019166" y="4451"/>
                  <a:pt x="11019010" y="9226"/>
                  <a:pt x="11018520" y="18288"/>
                </a:cubicBezTo>
                <a:cubicBezTo>
                  <a:pt x="10834966" y="15274"/>
                  <a:pt x="10754561" y="35250"/>
                  <a:pt x="10550233" y="18288"/>
                </a:cubicBezTo>
                <a:cubicBezTo>
                  <a:pt x="10345905" y="1326"/>
                  <a:pt x="9906342" y="45884"/>
                  <a:pt x="9641205" y="18288"/>
                </a:cubicBezTo>
                <a:cubicBezTo>
                  <a:pt x="9376068" y="-9308"/>
                  <a:pt x="9177188" y="43988"/>
                  <a:pt x="8952548" y="18288"/>
                </a:cubicBezTo>
                <a:cubicBezTo>
                  <a:pt x="8727908" y="-7412"/>
                  <a:pt x="8707007" y="3271"/>
                  <a:pt x="8594446" y="18288"/>
                </a:cubicBezTo>
                <a:cubicBezTo>
                  <a:pt x="8481885" y="33305"/>
                  <a:pt x="8175004" y="35109"/>
                  <a:pt x="7905788" y="18288"/>
                </a:cubicBezTo>
                <a:cubicBezTo>
                  <a:pt x="7636572" y="1467"/>
                  <a:pt x="7535638" y="7399"/>
                  <a:pt x="7327316" y="18288"/>
                </a:cubicBezTo>
                <a:cubicBezTo>
                  <a:pt x="7118994" y="29177"/>
                  <a:pt x="6978247" y="47205"/>
                  <a:pt x="6748844" y="18288"/>
                </a:cubicBezTo>
                <a:cubicBezTo>
                  <a:pt x="6519441" y="-10629"/>
                  <a:pt x="6459241" y="43308"/>
                  <a:pt x="6170371" y="18288"/>
                </a:cubicBezTo>
                <a:cubicBezTo>
                  <a:pt x="5881501" y="-6732"/>
                  <a:pt x="5736201" y="35971"/>
                  <a:pt x="5591899" y="18288"/>
                </a:cubicBezTo>
                <a:cubicBezTo>
                  <a:pt x="5447597" y="605"/>
                  <a:pt x="4990303" y="20409"/>
                  <a:pt x="4793056" y="18288"/>
                </a:cubicBezTo>
                <a:cubicBezTo>
                  <a:pt x="4595809" y="16167"/>
                  <a:pt x="4271723" y="2909"/>
                  <a:pt x="4104399" y="18288"/>
                </a:cubicBezTo>
                <a:cubicBezTo>
                  <a:pt x="3937075" y="33667"/>
                  <a:pt x="3923235" y="10730"/>
                  <a:pt x="3746297" y="18288"/>
                </a:cubicBezTo>
                <a:cubicBezTo>
                  <a:pt x="3569359" y="25846"/>
                  <a:pt x="3351081" y="24702"/>
                  <a:pt x="3167825" y="18288"/>
                </a:cubicBezTo>
                <a:cubicBezTo>
                  <a:pt x="2984569" y="11874"/>
                  <a:pt x="2708033" y="13293"/>
                  <a:pt x="2368982" y="18288"/>
                </a:cubicBezTo>
                <a:cubicBezTo>
                  <a:pt x="2029931" y="23283"/>
                  <a:pt x="2009060" y="37671"/>
                  <a:pt x="1900695" y="18288"/>
                </a:cubicBezTo>
                <a:cubicBezTo>
                  <a:pt x="1792330" y="-1095"/>
                  <a:pt x="1183178" y="9337"/>
                  <a:pt x="991667" y="18288"/>
                </a:cubicBezTo>
                <a:cubicBezTo>
                  <a:pt x="800156" y="27239"/>
                  <a:pt x="375690" y="34110"/>
                  <a:pt x="0" y="18288"/>
                </a:cubicBezTo>
                <a:cubicBezTo>
                  <a:pt x="-213" y="9468"/>
                  <a:pt x="187" y="4459"/>
                  <a:pt x="0" y="0"/>
                </a:cubicBezTo>
                <a:close/>
              </a:path>
              <a:path extrusionOk="0" h="18288" w="11018520">
                <a:moveTo>
                  <a:pt x="0" y="0"/>
                </a:moveTo>
                <a:cubicBezTo>
                  <a:pt x="266588" y="-23405"/>
                  <a:pt x="350503" y="-27031"/>
                  <a:pt x="578472" y="0"/>
                </a:cubicBezTo>
                <a:cubicBezTo>
                  <a:pt x="806441" y="27031"/>
                  <a:pt x="803976" y="13604"/>
                  <a:pt x="936574" y="0"/>
                </a:cubicBezTo>
                <a:cubicBezTo>
                  <a:pt x="1069172" y="-13604"/>
                  <a:pt x="1661335" y="-31902"/>
                  <a:pt x="1845602" y="0"/>
                </a:cubicBezTo>
                <a:cubicBezTo>
                  <a:pt x="2029869" y="31902"/>
                  <a:pt x="2273452" y="17005"/>
                  <a:pt x="2424074" y="0"/>
                </a:cubicBezTo>
                <a:cubicBezTo>
                  <a:pt x="2574696" y="-17005"/>
                  <a:pt x="2790864" y="-28133"/>
                  <a:pt x="3002547" y="0"/>
                </a:cubicBezTo>
                <a:cubicBezTo>
                  <a:pt x="3214230" y="28133"/>
                  <a:pt x="3605033" y="-14934"/>
                  <a:pt x="3911575" y="0"/>
                </a:cubicBezTo>
                <a:cubicBezTo>
                  <a:pt x="4218117" y="14934"/>
                  <a:pt x="4198004" y="3604"/>
                  <a:pt x="4379862" y="0"/>
                </a:cubicBezTo>
                <a:cubicBezTo>
                  <a:pt x="4561720" y="-3604"/>
                  <a:pt x="4941151" y="-37368"/>
                  <a:pt x="5288890" y="0"/>
                </a:cubicBezTo>
                <a:cubicBezTo>
                  <a:pt x="5636629" y="37368"/>
                  <a:pt x="6011513" y="-33898"/>
                  <a:pt x="6197918" y="0"/>
                </a:cubicBezTo>
                <a:cubicBezTo>
                  <a:pt x="6384323" y="33898"/>
                  <a:pt x="6555799" y="11241"/>
                  <a:pt x="6886575" y="0"/>
                </a:cubicBezTo>
                <a:cubicBezTo>
                  <a:pt x="7217351" y="-11241"/>
                  <a:pt x="7604472" y="-44614"/>
                  <a:pt x="7795603" y="0"/>
                </a:cubicBezTo>
                <a:cubicBezTo>
                  <a:pt x="7986734" y="44614"/>
                  <a:pt x="8098870" y="-11086"/>
                  <a:pt x="8374075" y="0"/>
                </a:cubicBezTo>
                <a:cubicBezTo>
                  <a:pt x="8649280" y="11086"/>
                  <a:pt x="8701749" y="-25020"/>
                  <a:pt x="8952548" y="0"/>
                </a:cubicBezTo>
                <a:cubicBezTo>
                  <a:pt x="9203347" y="25020"/>
                  <a:pt x="9519297" y="4274"/>
                  <a:pt x="9751390" y="0"/>
                </a:cubicBezTo>
                <a:cubicBezTo>
                  <a:pt x="9983483" y="-4274"/>
                  <a:pt x="10169881" y="16480"/>
                  <a:pt x="10329863" y="0"/>
                </a:cubicBezTo>
                <a:cubicBezTo>
                  <a:pt x="10489845" y="-16480"/>
                  <a:pt x="10750941" y="-9727"/>
                  <a:pt x="11018520" y="0"/>
                </a:cubicBezTo>
                <a:cubicBezTo>
                  <a:pt x="11018113" y="8690"/>
                  <a:pt x="11018366" y="14141"/>
                  <a:pt x="11018520" y="18288"/>
                </a:cubicBezTo>
                <a:cubicBezTo>
                  <a:pt x="10841176" y="-3597"/>
                  <a:pt x="10399304" y="41504"/>
                  <a:pt x="10219677" y="18288"/>
                </a:cubicBezTo>
                <a:cubicBezTo>
                  <a:pt x="10040050" y="-4928"/>
                  <a:pt x="10030762" y="16144"/>
                  <a:pt x="9861575" y="18288"/>
                </a:cubicBezTo>
                <a:cubicBezTo>
                  <a:pt x="9692388" y="20432"/>
                  <a:pt x="9529439" y="40380"/>
                  <a:pt x="9393288" y="18288"/>
                </a:cubicBezTo>
                <a:cubicBezTo>
                  <a:pt x="9257137" y="-3804"/>
                  <a:pt x="8825003" y="25592"/>
                  <a:pt x="8484260" y="18288"/>
                </a:cubicBezTo>
                <a:cubicBezTo>
                  <a:pt x="8143517" y="10984"/>
                  <a:pt x="8082894" y="45968"/>
                  <a:pt x="7795603" y="18288"/>
                </a:cubicBezTo>
                <a:cubicBezTo>
                  <a:pt x="7508312" y="-9392"/>
                  <a:pt x="7466074" y="19486"/>
                  <a:pt x="7327316" y="18288"/>
                </a:cubicBezTo>
                <a:cubicBezTo>
                  <a:pt x="7188558" y="17090"/>
                  <a:pt x="6869645" y="4657"/>
                  <a:pt x="6638658" y="18288"/>
                </a:cubicBezTo>
                <a:cubicBezTo>
                  <a:pt x="6407671" y="31919"/>
                  <a:pt x="6359238" y="35967"/>
                  <a:pt x="6280556" y="18288"/>
                </a:cubicBezTo>
                <a:cubicBezTo>
                  <a:pt x="6201874" y="609"/>
                  <a:pt x="6041216" y="22404"/>
                  <a:pt x="5922455" y="18288"/>
                </a:cubicBezTo>
                <a:cubicBezTo>
                  <a:pt x="5803694" y="14172"/>
                  <a:pt x="5555521" y="48848"/>
                  <a:pt x="5233797" y="18288"/>
                </a:cubicBezTo>
                <a:cubicBezTo>
                  <a:pt x="4912073" y="-12272"/>
                  <a:pt x="4986440" y="-2740"/>
                  <a:pt x="4765510" y="18288"/>
                </a:cubicBezTo>
                <a:cubicBezTo>
                  <a:pt x="4544580" y="39316"/>
                  <a:pt x="4177715" y="18248"/>
                  <a:pt x="3966667" y="18288"/>
                </a:cubicBezTo>
                <a:cubicBezTo>
                  <a:pt x="3755619" y="18328"/>
                  <a:pt x="3664519" y="22387"/>
                  <a:pt x="3498380" y="18288"/>
                </a:cubicBezTo>
                <a:cubicBezTo>
                  <a:pt x="3332241" y="14189"/>
                  <a:pt x="3065858" y="-7524"/>
                  <a:pt x="2699537" y="18288"/>
                </a:cubicBezTo>
                <a:cubicBezTo>
                  <a:pt x="2333216" y="44100"/>
                  <a:pt x="2505666" y="4650"/>
                  <a:pt x="2341436" y="18288"/>
                </a:cubicBezTo>
                <a:cubicBezTo>
                  <a:pt x="2177206" y="31926"/>
                  <a:pt x="1790164" y="19880"/>
                  <a:pt x="1542593" y="18288"/>
                </a:cubicBezTo>
                <a:cubicBezTo>
                  <a:pt x="1295022" y="16696"/>
                  <a:pt x="1218012" y="39325"/>
                  <a:pt x="1074306" y="18288"/>
                </a:cubicBezTo>
                <a:cubicBezTo>
                  <a:pt x="930600" y="-2749"/>
                  <a:pt x="797266" y="24589"/>
                  <a:pt x="716204" y="18288"/>
                </a:cubicBezTo>
                <a:cubicBezTo>
                  <a:pt x="635142" y="11987"/>
                  <a:pt x="344503" y="41396"/>
                  <a:pt x="0" y="18288"/>
                </a:cubicBezTo>
                <a:cubicBezTo>
                  <a:pt x="-53" y="11301"/>
                  <a:pt x="-649" y="7756"/>
                  <a:pt x="0" y="0"/>
                </a:cubicBezTo>
                <a:close/>
              </a:path>
            </a:pathLst>
          </a:custGeom>
          <a:solidFill>
            <a:srgbClr val="E26E6E"/>
          </a:solidFill>
          <a:ln cap="rnd" cmpd="sng" w="38100">
            <a:solidFill>
              <a:srgbClr val="E26E6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descr="EBC Exercise 38 Logging to ThingSpeak - eLinux.org" id="214" name="Google Shape;214;p26"/>
          <p:cNvPicPr preferRelativeResize="0"/>
          <p:nvPr/>
        </p:nvPicPr>
        <p:blipFill rotWithShape="1">
          <a:blip r:embed="rId3">
            <a:alphaModFix/>
          </a:blip>
          <a:srcRect b="1" l="21076" r="18330" t="0"/>
          <a:stretch/>
        </p:blipFill>
        <p:spPr>
          <a:xfrm>
            <a:off x="572492" y="2002056"/>
            <a:ext cx="3943849" cy="4184060"/>
          </a:xfrm>
          <a:custGeom>
            <a:rect b="b" l="l" r="r" t="t"/>
            <a:pathLst>
              <a:path extrusionOk="0" h="6307845" w="3807743">
                <a:moveTo>
                  <a:pt x="723201" y="386"/>
                </a:moveTo>
                <a:cubicBezTo>
                  <a:pt x="853884" y="-4204"/>
                  <a:pt x="1013493" y="33912"/>
                  <a:pt x="1176100" y="22622"/>
                </a:cubicBezTo>
                <a:cubicBezTo>
                  <a:pt x="1230302" y="18859"/>
                  <a:pt x="1281736" y="20622"/>
                  <a:pt x="1331852" y="24473"/>
                </a:cubicBezTo>
                <a:lnTo>
                  <a:pt x="1439547" y="34944"/>
                </a:lnTo>
                <a:lnTo>
                  <a:pt x="1484197" y="36226"/>
                </a:lnTo>
                <a:cubicBezTo>
                  <a:pt x="1535166" y="35421"/>
                  <a:pt x="1586369" y="31625"/>
                  <a:pt x="1636625" y="22622"/>
                </a:cubicBezTo>
                <a:cubicBezTo>
                  <a:pt x="1686882" y="13619"/>
                  <a:pt x="1729837" y="10653"/>
                  <a:pt x="1768740" y="10885"/>
                </a:cubicBezTo>
                <a:lnTo>
                  <a:pt x="1829538" y="15086"/>
                </a:lnTo>
                <a:lnTo>
                  <a:pt x="1869968" y="7996"/>
                </a:lnTo>
                <a:cubicBezTo>
                  <a:pt x="1953577" y="-31"/>
                  <a:pt x="2036989" y="9808"/>
                  <a:pt x="2112925" y="20118"/>
                </a:cubicBezTo>
                <a:lnTo>
                  <a:pt x="2119331" y="20977"/>
                </a:lnTo>
                <a:lnTo>
                  <a:pt x="2221855" y="13374"/>
                </a:lnTo>
                <a:cubicBezTo>
                  <a:pt x="2261207" y="12845"/>
                  <a:pt x="2298379" y="14359"/>
                  <a:pt x="2333484" y="16393"/>
                </a:cubicBezTo>
                <a:lnTo>
                  <a:pt x="2372613" y="18812"/>
                </a:lnTo>
                <a:lnTo>
                  <a:pt x="2404945" y="9387"/>
                </a:lnTo>
                <a:cubicBezTo>
                  <a:pt x="2452532" y="1754"/>
                  <a:pt x="2506192" y="9333"/>
                  <a:pt x="2561622" y="17814"/>
                </a:cubicBezTo>
                <a:lnTo>
                  <a:pt x="2583950" y="20591"/>
                </a:lnTo>
                <a:lnTo>
                  <a:pt x="2643527" y="20319"/>
                </a:lnTo>
                <a:cubicBezTo>
                  <a:pt x="2669677" y="20426"/>
                  <a:pt x="2697963" y="20717"/>
                  <a:pt x="2727392" y="21103"/>
                </a:cubicBezTo>
                <a:lnTo>
                  <a:pt x="2786908" y="21989"/>
                </a:lnTo>
                <a:lnTo>
                  <a:pt x="2846459" y="13267"/>
                </a:lnTo>
                <a:cubicBezTo>
                  <a:pt x="2896401" y="10176"/>
                  <a:pt x="2960607" y="12733"/>
                  <a:pt x="3036361" y="17072"/>
                </a:cubicBezTo>
                <a:lnTo>
                  <a:pt x="3129100" y="22671"/>
                </a:lnTo>
                <a:lnTo>
                  <a:pt x="3130653" y="22622"/>
                </a:lnTo>
                <a:cubicBezTo>
                  <a:pt x="3178874" y="19804"/>
                  <a:pt x="3260845" y="26231"/>
                  <a:pt x="3352422" y="32691"/>
                </a:cubicBezTo>
                <a:lnTo>
                  <a:pt x="3362608" y="33356"/>
                </a:lnTo>
                <a:lnTo>
                  <a:pt x="3446036" y="35579"/>
                </a:lnTo>
                <a:cubicBezTo>
                  <a:pt x="3550323" y="36566"/>
                  <a:pt x="3662083" y="33535"/>
                  <a:pt x="3778601" y="22622"/>
                </a:cubicBezTo>
                <a:cubicBezTo>
                  <a:pt x="3793981" y="243672"/>
                  <a:pt x="3764152" y="318695"/>
                  <a:pt x="3778601" y="467157"/>
                </a:cubicBezTo>
                <a:cubicBezTo>
                  <a:pt x="3790077" y="557563"/>
                  <a:pt x="3783697" y="684218"/>
                  <a:pt x="3777639" y="811856"/>
                </a:cubicBezTo>
                <a:lnTo>
                  <a:pt x="3773760" y="922625"/>
                </a:lnTo>
                <a:lnTo>
                  <a:pt x="3778601" y="974384"/>
                </a:lnTo>
                <a:cubicBezTo>
                  <a:pt x="3785784" y="1003717"/>
                  <a:pt x="3785160" y="1041120"/>
                  <a:pt x="3781239" y="1085904"/>
                </a:cubicBezTo>
                <a:lnTo>
                  <a:pt x="3776107" y="1132519"/>
                </a:lnTo>
                <a:lnTo>
                  <a:pt x="3778601" y="1162456"/>
                </a:lnTo>
                <a:cubicBezTo>
                  <a:pt x="3791360" y="1256797"/>
                  <a:pt x="3774958" y="1367020"/>
                  <a:pt x="3763568" y="1469787"/>
                </a:cubicBezTo>
                <a:lnTo>
                  <a:pt x="3758806" y="1520515"/>
                </a:lnTo>
                <a:lnTo>
                  <a:pt x="3760417" y="1549437"/>
                </a:lnTo>
                <a:cubicBezTo>
                  <a:pt x="3764298" y="1588133"/>
                  <a:pt x="3770171" y="1628243"/>
                  <a:pt x="3778601" y="1669683"/>
                </a:cubicBezTo>
                <a:cubicBezTo>
                  <a:pt x="3846039" y="2001203"/>
                  <a:pt x="3774784" y="2142285"/>
                  <a:pt x="3778601" y="2364982"/>
                </a:cubicBezTo>
                <a:lnTo>
                  <a:pt x="3776565" y="2406088"/>
                </a:lnTo>
                <a:lnTo>
                  <a:pt x="3778601" y="2427673"/>
                </a:lnTo>
                <a:cubicBezTo>
                  <a:pt x="3821357" y="2695960"/>
                  <a:pt x="3735684" y="2699438"/>
                  <a:pt x="3778601" y="2809517"/>
                </a:cubicBezTo>
                <a:cubicBezTo>
                  <a:pt x="3789330" y="2837037"/>
                  <a:pt x="3791666" y="2872927"/>
                  <a:pt x="3789892" y="2914654"/>
                </a:cubicBezTo>
                <a:lnTo>
                  <a:pt x="3784971" y="2966248"/>
                </a:lnTo>
                <a:lnTo>
                  <a:pt x="3796722" y="3024078"/>
                </a:lnTo>
                <a:cubicBezTo>
                  <a:pt x="3809238" y="3115139"/>
                  <a:pt x="3806232" y="3210898"/>
                  <a:pt x="3799338" y="3302850"/>
                </a:cubicBezTo>
                <a:lnTo>
                  <a:pt x="3787405" y="3438354"/>
                </a:lnTo>
                <a:lnTo>
                  <a:pt x="3790719" y="3460532"/>
                </a:lnTo>
                <a:cubicBezTo>
                  <a:pt x="3797323" y="3541872"/>
                  <a:pt x="3789007" y="3624193"/>
                  <a:pt x="3780361" y="3709762"/>
                </a:cubicBezTo>
                <a:lnTo>
                  <a:pt x="3780169" y="3712283"/>
                </a:lnTo>
                <a:lnTo>
                  <a:pt x="3781239" y="3768266"/>
                </a:lnTo>
                <a:cubicBezTo>
                  <a:pt x="3780994" y="3815588"/>
                  <a:pt x="3779902" y="3863939"/>
                  <a:pt x="3778794" y="3912511"/>
                </a:cubicBezTo>
                <a:lnTo>
                  <a:pt x="3776324" y="4054010"/>
                </a:lnTo>
                <a:lnTo>
                  <a:pt x="3778601" y="4074733"/>
                </a:lnTo>
                <a:cubicBezTo>
                  <a:pt x="3822365" y="4336760"/>
                  <a:pt x="3765189" y="4482586"/>
                  <a:pt x="3778601" y="4644650"/>
                </a:cubicBezTo>
                <a:cubicBezTo>
                  <a:pt x="3781954" y="4685166"/>
                  <a:pt x="3782850" y="4718916"/>
                  <a:pt x="3782504" y="4749344"/>
                </a:cubicBezTo>
                <a:lnTo>
                  <a:pt x="3780512" y="4796832"/>
                </a:lnTo>
                <a:lnTo>
                  <a:pt x="3786260" y="4877451"/>
                </a:lnTo>
                <a:cubicBezTo>
                  <a:pt x="3786165" y="4918212"/>
                  <a:pt x="3784020" y="4964155"/>
                  <a:pt x="3781623" y="5015963"/>
                </a:cubicBezTo>
                <a:lnTo>
                  <a:pt x="3779076" y="5087925"/>
                </a:lnTo>
                <a:lnTo>
                  <a:pt x="3779599" y="5155456"/>
                </a:lnTo>
                <a:lnTo>
                  <a:pt x="3775907" y="5219073"/>
                </a:lnTo>
                <a:lnTo>
                  <a:pt x="3778601" y="5402640"/>
                </a:lnTo>
                <a:cubicBezTo>
                  <a:pt x="3780494" y="5441637"/>
                  <a:pt x="3781680" y="5475146"/>
                  <a:pt x="3782335" y="5504141"/>
                </a:cubicBezTo>
                <a:lnTo>
                  <a:pt x="3782798" y="5566951"/>
                </a:lnTo>
                <a:lnTo>
                  <a:pt x="3786885" y="5599303"/>
                </a:lnTo>
                <a:cubicBezTo>
                  <a:pt x="3799534" y="5776838"/>
                  <a:pt x="3769350" y="6111156"/>
                  <a:pt x="3778601" y="6291711"/>
                </a:cubicBezTo>
                <a:cubicBezTo>
                  <a:pt x="3687392" y="6306733"/>
                  <a:pt x="3632350" y="6304889"/>
                  <a:pt x="3574752" y="6300212"/>
                </a:cubicBezTo>
                <a:lnTo>
                  <a:pt x="3545837" y="6297718"/>
                </a:lnTo>
                <a:lnTo>
                  <a:pt x="3527963" y="6296834"/>
                </a:lnTo>
                <a:cubicBezTo>
                  <a:pt x="3482151" y="6294419"/>
                  <a:pt x="3430025" y="6291672"/>
                  <a:pt x="3355561" y="6291711"/>
                </a:cubicBezTo>
                <a:cubicBezTo>
                  <a:pt x="3304843" y="6293555"/>
                  <a:pt x="3262749" y="6292377"/>
                  <a:pt x="3225711" y="6290098"/>
                </a:cubicBezTo>
                <a:lnTo>
                  <a:pt x="3218247" y="6289525"/>
                </a:lnTo>
                <a:lnTo>
                  <a:pt x="3198550" y="6289212"/>
                </a:lnTo>
                <a:cubicBezTo>
                  <a:pt x="3144315" y="6287803"/>
                  <a:pt x="3088976" y="6286105"/>
                  <a:pt x="3034921" y="6284968"/>
                </a:cubicBezTo>
                <a:lnTo>
                  <a:pt x="2973802" y="6284626"/>
                </a:lnTo>
                <a:lnTo>
                  <a:pt x="2932520" y="6291711"/>
                </a:lnTo>
                <a:cubicBezTo>
                  <a:pt x="2893699" y="6300111"/>
                  <a:pt x="2847670" y="6301992"/>
                  <a:pt x="2797581" y="6300669"/>
                </a:cubicBezTo>
                <a:lnTo>
                  <a:pt x="2672392" y="6292599"/>
                </a:lnTo>
                <a:lnTo>
                  <a:pt x="2629726" y="6293120"/>
                </a:lnTo>
                <a:lnTo>
                  <a:pt x="2540544" y="6284698"/>
                </a:lnTo>
                <a:lnTo>
                  <a:pt x="2473475" y="6280786"/>
                </a:lnTo>
                <a:cubicBezTo>
                  <a:pt x="2419724" y="6279900"/>
                  <a:pt x="2368202" y="6282437"/>
                  <a:pt x="2322057" y="6291711"/>
                </a:cubicBezTo>
                <a:cubicBezTo>
                  <a:pt x="2275912" y="6300985"/>
                  <a:pt x="2236301" y="6305003"/>
                  <a:pt x="2199195" y="6305968"/>
                </a:cubicBezTo>
                <a:lnTo>
                  <a:pt x="2094190" y="6302012"/>
                </a:lnTo>
                <a:lnTo>
                  <a:pt x="2029724" y="6307766"/>
                </a:lnTo>
                <a:cubicBezTo>
                  <a:pt x="1971866" y="6308389"/>
                  <a:pt x="1916420" y="6305265"/>
                  <a:pt x="1864312" y="6301339"/>
                </a:cubicBezTo>
                <a:lnTo>
                  <a:pt x="1761307" y="6293375"/>
                </a:lnTo>
                <a:lnTo>
                  <a:pt x="1745972" y="6293782"/>
                </a:lnTo>
                <a:cubicBezTo>
                  <a:pt x="1699734" y="6294177"/>
                  <a:pt x="1664143" y="6292827"/>
                  <a:pt x="1633352" y="6291083"/>
                </a:cubicBezTo>
                <a:lnTo>
                  <a:pt x="1621369" y="6290324"/>
                </a:lnTo>
                <a:lnTo>
                  <a:pt x="1599140" y="6291711"/>
                </a:lnTo>
                <a:cubicBezTo>
                  <a:pt x="1564093" y="6296354"/>
                  <a:pt x="1527169" y="6296254"/>
                  <a:pt x="1488567" y="6294097"/>
                </a:cubicBezTo>
                <a:lnTo>
                  <a:pt x="1429716" y="6289243"/>
                </a:lnTo>
                <a:lnTo>
                  <a:pt x="1401008" y="6291711"/>
                </a:lnTo>
                <a:cubicBezTo>
                  <a:pt x="1314301" y="6301163"/>
                  <a:pt x="1222976" y="6299856"/>
                  <a:pt x="1127367" y="6296839"/>
                </a:cubicBezTo>
                <a:lnTo>
                  <a:pt x="1062601" y="6295730"/>
                </a:lnTo>
                <a:lnTo>
                  <a:pt x="964991" y="6305909"/>
                </a:lnTo>
                <a:cubicBezTo>
                  <a:pt x="833250" y="6307778"/>
                  <a:pt x="714190" y="6280255"/>
                  <a:pt x="603122" y="6291711"/>
                </a:cubicBezTo>
                <a:cubicBezTo>
                  <a:pt x="455032" y="6306986"/>
                  <a:pt x="261206" y="6260346"/>
                  <a:pt x="30143" y="6291711"/>
                </a:cubicBezTo>
                <a:cubicBezTo>
                  <a:pt x="-1198" y="6167281"/>
                  <a:pt x="7291" y="6044138"/>
                  <a:pt x="19371" y="5934598"/>
                </a:cubicBezTo>
                <a:lnTo>
                  <a:pt x="33559" y="5801663"/>
                </a:lnTo>
                <a:lnTo>
                  <a:pt x="30143" y="5784485"/>
                </a:lnTo>
                <a:cubicBezTo>
                  <a:pt x="7257" y="5691455"/>
                  <a:pt x="7506" y="5585492"/>
                  <a:pt x="13352" y="5476692"/>
                </a:cubicBezTo>
                <a:lnTo>
                  <a:pt x="21882" y="5346809"/>
                </a:lnTo>
                <a:lnTo>
                  <a:pt x="22064" y="5339439"/>
                </a:lnTo>
                <a:lnTo>
                  <a:pt x="29601" y="5166357"/>
                </a:lnTo>
                <a:lnTo>
                  <a:pt x="30143" y="5151877"/>
                </a:lnTo>
                <a:cubicBezTo>
                  <a:pt x="30018" y="5125783"/>
                  <a:pt x="30111" y="5102484"/>
                  <a:pt x="30346" y="5081409"/>
                </a:cubicBezTo>
                <a:lnTo>
                  <a:pt x="30433" y="5076663"/>
                </a:lnTo>
                <a:lnTo>
                  <a:pt x="30143" y="4963804"/>
                </a:lnTo>
                <a:cubicBezTo>
                  <a:pt x="27040" y="4910138"/>
                  <a:pt x="27067" y="4856021"/>
                  <a:pt x="28459" y="4800989"/>
                </a:cubicBezTo>
                <a:lnTo>
                  <a:pt x="30399" y="4750796"/>
                </a:lnTo>
                <a:lnTo>
                  <a:pt x="31514" y="4666872"/>
                </a:lnTo>
                <a:lnTo>
                  <a:pt x="34697" y="4639551"/>
                </a:lnTo>
                <a:lnTo>
                  <a:pt x="34963" y="4632686"/>
                </a:lnTo>
                <a:cubicBezTo>
                  <a:pt x="37318" y="4575362"/>
                  <a:pt x="39271" y="4516661"/>
                  <a:pt x="39056" y="4456118"/>
                </a:cubicBezTo>
                <a:lnTo>
                  <a:pt x="36996" y="4412759"/>
                </a:lnTo>
                <a:lnTo>
                  <a:pt x="30143" y="4388188"/>
                </a:lnTo>
                <a:cubicBezTo>
                  <a:pt x="7389" y="4328002"/>
                  <a:pt x="11492" y="4256950"/>
                  <a:pt x="19232" y="4188739"/>
                </a:cubicBezTo>
                <a:lnTo>
                  <a:pt x="23985" y="4147809"/>
                </a:lnTo>
                <a:lnTo>
                  <a:pt x="23690" y="4087290"/>
                </a:lnTo>
                <a:lnTo>
                  <a:pt x="29097" y="3984687"/>
                </a:lnTo>
                <a:lnTo>
                  <a:pt x="28035" y="3962690"/>
                </a:lnTo>
                <a:cubicBezTo>
                  <a:pt x="28525" y="3945828"/>
                  <a:pt x="30052" y="3926691"/>
                  <a:pt x="32148" y="3905387"/>
                </a:cubicBezTo>
                <a:lnTo>
                  <a:pt x="34754" y="3881032"/>
                </a:lnTo>
                <a:lnTo>
                  <a:pt x="39206" y="3802233"/>
                </a:lnTo>
                <a:cubicBezTo>
                  <a:pt x="39778" y="3763353"/>
                  <a:pt x="37619" y="3728800"/>
                  <a:pt x="30143" y="3698588"/>
                </a:cubicBezTo>
                <a:cubicBezTo>
                  <a:pt x="7714" y="3607954"/>
                  <a:pt x="33117" y="3482508"/>
                  <a:pt x="36579" y="3365983"/>
                </a:cubicBezTo>
                <a:lnTo>
                  <a:pt x="36510" y="3356621"/>
                </a:lnTo>
                <a:lnTo>
                  <a:pt x="30143" y="3311044"/>
                </a:lnTo>
                <a:cubicBezTo>
                  <a:pt x="14271" y="3224157"/>
                  <a:pt x="11445" y="3149243"/>
                  <a:pt x="14856" y="3082749"/>
                </a:cubicBezTo>
                <a:lnTo>
                  <a:pt x="22229" y="3005366"/>
                </a:lnTo>
                <a:lnTo>
                  <a:pt x="27244" y="2895198"/>
                </a:lnTo>
                <a:cubicBezTo>
                  <a:pt x="29143" y="2848776"/>
                  <a:pt x="30527" y="2799531"/>
                  <a:pt x="30143" y="2746826"/>
                </a:cubicBezTo>
                <a:lnTo>
                  <a:pt x="36784" y="2638240"/>
                </a:lnTo>
                <a:lnTo>
                  <a:pt x="30143" y="2615745"/>
                </a:lnTo>
                <a:cubicBezTo>
                  <a:pt x="-20952" y="2495890"/>
                  <a:pt x="17898" y="2340273"/>
                  <a:pt x="37923" y="2201958"/>
                </a:cubicBezTo>
                <a:lnTo>
                  <a:pt x="42734" y="2158379"/>
                </a:lnTo>
                <a:lnTo>
                  <a:pt x="30143" y="2114218"/>
                </a:lnTo>
                <a:cubicBezTo>
                  <a:pt x="2269" y="2040950"/>
                  <a:pt x="-2735" y="1972014"/>
                  <a:pt x="1162" y="1906697"/>
                </a:cubicBezTo>
                <a:lnTo>
                  <a:pt x="6289" y="1854885"/>
                </a:lnTo>
                <a:lnTo>
                  <a:pt x="8053" y="1809168"/>
                </a:lnTo>
                <a:cubicBezTo>
                  <a:pt x="9832" y="1790244"/>
                  <a:pt x="12470" y="1771472"/>
                  <a:pt x="15415" y="1752867"/>
                </a:cubicBezTo>
                <a:lnTo>
                  <a:pt x="30925" y="1652561"/>
                </a:lnTo>
                <a:lnTo>
                  <a:pt x="30143" y="1606992"/>
                </a:lnTo>
                <a:cubicBezTo>
                  <a:pt x="28397" y="1588584"/>
                  <a:pt x="27931" y="1568665"/>
                  <a:pt x="28348" y="1547550"/>
                </a:cubicBezTo>
                <a:lnTo>
                  <a:pt x="29206" y="1531212"/>
                </a:lnTo>
                <a:lnTo>
                  <a:pt x="23637" y="1487282"/>
                </a:lnTo>
                <a:cubicBezTo>
                  <a:pt x="16479" y="1367166"/>
                  <a:pt x="59638" y="1246041"/>
                  <a:pt x="30143" y="1156757"/>
                </a:cubicBezTo>
                <a:cubicBezTo>
                  <a:pt x="21716" y="1131248"/>
                  <a:pt x="18318" y="1090735"/>
                  <a:pt x="17757" y="1041370"/>
                </a:cubicBezTo>
                <a:lnTo>
                  <a:pt x="18463" y="985697"/>
                </a:lnTo>
                <a:lnTo>
                  <a:pt x="16239" y="975915"/>
                </a:lnTo>
                <a:cubicBezTo>
                  <a:pt x="13541" y="957312"/>
                  <a:pt x="12597" y="940330"/>
                  <a:pt x="12862" y="924477"/>
                </a:cubicBezTo>
                <a:lnTo>
                  <a:pt x="23640" y="845857"/>
                </a:lnTo>
                <a:lnTo>
                  <a:pt x="30907" y="688163"/>
                </a:lnTo>
                <a:lnTo>
                  <a:pt x="31375" y="662715"/>
                </a:lnTo>
                <a:lnTo>
                  <a:pt x="30143" y="655230"/>
                </a:lnTo>
                <a:cubicBezTo>
                  <a:pt x="20345" y="615334"/>
                  <a:pt x="17924" y="569960"/>
                  <a:pt x="19185" y="520814"/>
                </a:cubicBezTo>
                <a:lnTo>
                  <a:pt x="26662" y="415314"/>
                </a:lnTo>
                <a:lnTo>
                  <a:pt x="25635" y="383217"/>
                </a:lnTo>
                <a:cubicBezTo>
                  <a:pt x="25461" y="243905"/>
                  <a:pt x="35455" y="113017"/>
                  <a:pt x="30143" y="22622"/>
                </a:cubicBezTo>
                <a:cubicBezTo>
                  <a:pt x="90096" y="13526"/>
                  <a:pt x="146841" y="12585"/>
                  <a:pt x="200495" y="15390"/>
                </a:cubicBezTo>
                <a:lnTo>
                  <a:pt x="324102" y="27794"/>
                </a:lnTo>
                <a:lnTo>
                  <a:pt x="329634" y="27979"/>
                </a:lnTo>
                <a:cubicBezTo>
                  <a:pt x="398332" y="30204"/>
                  <a:pt x="468106" y="31425"/>
                  <a:pt x="551798" y="27886"/>
                </a:cubicBezTo>
                <a:lnTo>
                  <a:pt x="592464" y="25476"/>
                </a:lnTo>
                <a:lnTo>
                  <a:pt x="603122" y="22622"/>
                </a:lnTo>
                <a:cubicBezTo>
                  <a:pt x="639294" y="8191"/>
                  <a:pt x="679641" y="1916"/>
                  <a:pt x="723201" y="386"/>
                </a:cubicBezTo>
                <a:close/>
              </a:path>
            </a:pathLst>
          </a:custGeom>
          <a:noFill/>
          <a:ln>
            <a:noFill/>
          </a:ln>
        </p:spPr>
      </p:pic>
      <p:sp>
        <p:nvSpPr>
          <p:cNvPr id="215" name="Google Shape;215;p26"/>
          <p:cNvSpPr txBox="1"/>
          <p:nvPr>
            <p:ph idx="1" type="body"/>
          </p:nvPr>
        </p:nvSpPr>
        <p:spPr>
          <a:xfrm>
            <a:off x="4905955" y="2071316"/>
            <a:ext cx="6713552" cy="4114800"/>
          </a:xfrm>
          <a:prstGeom prst="rect">
            <a:avLst/>
          </a:prstGeom>
          <a:noFill/>
          <a:ln>
            <a:noFill/>
          </a:ln>
        </p:spPr>
        <p:txBody>
          <a:bodyPr anchorCtr="0" anchor="t" bIns="45700" lIns="91425" spcFirstLastPara="1" rIns="91425" wrap="square" tIns="45700">
            <a:normAutofit/>
          </a:bodyPr>
          <a:lstStyle/>
          <a:p>
            <a:pPr indent="0" lvl="0" marL="0" rtl="0" algn="l">
              <a:lnSpc>
                <a:spcPct val="110000"/>
              </a:lnSpc>
              <a:spcBef>
                <a:spcPts val="0"/>
              </a:spcBef>
              <a:spcAft>
                <a:spcPts val="0"/>
              </a:spcAft>
              <a:buClr>
                <a:schemeClr val="dk1"/>
              </a:buClr>
              <a:buSzPts val="4000"/>
              <a:buNone/>
            </a:pPr>
            <a:r>
              <a:rPr b="1" i="0" lang="en-US" sz="1800"/>
              <a:t>ThingSpeak</a:t>
            </a:r>
            <a:r>
              <a:rPr b="0" i="0" lang="en-US" sz="1800"/>
              <a:t>™ is an IoT analytics platform service that allows you to aggregate, visualize and analyze live data streams in the cloud. </a:t>
            </a:r>
            <a:r>
              <a:rPr b="1" i="0" lang="en-US" sz="1800"/>
              <a:t>ThingSpeak</a:t>
            </a:r>
            <a:r>
              <a:rPr b="0" i="0" lang="en-US" sz="1800"/>
              <a:t> provides instant visualizations of data posted by your devices to </a:t>
            </a:r>
            <a:r>
              <a:rPr b="1" i="0" lang="en-US" sz="1800"/>
              <a:t>ThingSpeak</a:t>
            </a:r>
            <a:r>
              <a:rPr b="0" i="0" lang="en-US" sz="1800"/>
              <a:t>.</a:t>
            </a:r>
            <a:endParaRPr sz="18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19" name="Shape 219"/>
        <p:cNvGrpSpPr/>
        <p:nvPr/>
      </p:nvGrpSpPr>
      <p:grpSpPr>
        <a:xfrm>
          <a:off x="0" y="0"/>
          <a:ext cx="0" cy="0"/>
          <a:chOff x="0" y="0"/>
          <a:chExt cx="0" cy="0"/>
        </a:xfrm>
      </p:grpSpPr>
      <p:sp>
        <p:nvSpPr>
          <p:cNvPr id="220" name="Google Shape;220;p27"/>
          <p:cNvSpPr/>
          <p:nvPr/>
        </p:nvSpPr>
        <p:spPr>
          <a:xfrm>
            <a:off x="838199" y="1709928"/>
            <a:ext cx="10515600" cy="27432"/>
          </a:xfrm>
          <a:custGeom>
            <a:rect b="b" l="l" r="r" t="t"/>
            <a:pathLst>
              <a:path extrusionOk="0" fill="none" h="27432" w="10515600">
                <a:moveTo>
                  <a:pt x="0" y="0"/>
                </a:moveTo>
                <a:cubicBezTo>
                  <a:pt x="119693" y="-14343"/>
                  <a:pt x="253007" y="-7583"/>
                  <a:pt x="446913" y="0"/>
                </a:cubicBezTo>
                <a:cubicBezTo>
                  <a:pt x="640819" y="7583"/>
                  <a:pt x="841419" y="-7067"/>
                  <a:pt x="1104138" y="0"/>
                </a:cubicBezTo>
                <a:cubicBezTo>
                  <a:pt x="1366858" y="7067"/>
                  <a:pt x="1495525" y="1255"/>
                  <a:pt x="1866519" y="0"/>
                </a:cubicBezTo>
                <a:cubicBezTo>
                  <a:pt x="2237513" y="-1255"/>
                  <a:pt x="2043820" y="12003"/>
                  <a:pt x="2208276" y="0"/>
                </a:cubicBezTo>
                <a:cubicBezTo>
                  <a:pt x="2372732" y="-12003"/>
                  <a:pt x="2419452" y="9887"/>
                  <a:pt x="2550033" y="0"/>
                </a:cubicBezTo>
                <a:cubicBezTo>
                  <a:pt x="2680614" y="-9887"/>
                  <a:pt x="3098156" y="3827"/>
                  <a:pt x="3417570" y="0"/>
                </a:cubicBezTo>
                <a:cubicBezTo>
                  <a:pt x="3736984" y="-3827"/>
                  <a:pt x="3916040" y="-6233"/>
                  <a:pt x="4074795" y="0"/>
                </a:cubicBezTo>
                <a:cubicBezTo>
                  <a:pt x="4233551" y="6233"/>
                  <a:pt x="4279253" y="5661"/>
                  <a:pt x="4416552" y="0"/>
                </a:cubicBezTo>
                <a:cubicBezTo>
                  <a:pt x="4553851" y="-5661"/>
                  <a:pt x="4915758" y="26022"/>
                  <a:pt x="5073777" y="0"/>
                </a:cubicBezTo>
                <a:cubicBezTo>
                  <a:pt x="5231797" y="-26022"/>
                  <a:pt x="5612089" y="32230"/>
                  <a:pt x="5941314" y="0"/>
                </a:cubicBezTo>
                <a:cubicBezTo>
                  <a:pt x="6270539" y="-32230"/>
                  <a:pt x="6313600" y="3064"/>
                  <a:pt x="6493383" y="0"/>
                </a:cubicBezTo>
                <a:cubicBezTo>
                  <a:pt x="6673166" y="-3064"/>
                  <a:pt x="6902474" y="-21096"/>
                  <a:pt x="7045452" y="0"/>
                </a:cubicBezTo>
                <a:cubicBezTo>
                  <a:pt x="7188430" y="21096"/>
                  <a:pt x="7478162" y="17386"/>
                  <a:pt x="7702677" y="0"/>
                </a:cubicBezTo>
                <a:cubicBezTo>
                  <a:pt x="7927192" y="-17386"/>
                  <a:pt x="8295683" y="-35143"/>
                  <a:pt x="8465058" y="0"/>
                </a:cubicBezTo>
                <a:cubicBezTo>
                  <a:pt x="8634433" y="35143"/>
                  <a:pt x="8927835" y="4103"/>
                  <a:pt x="9227439" y="0"/>
                </a:cubicBezTo>
                <a:cubicBezTo>
                  <a:pt x="9527043" y="-4103"/>
                  <a:pt x="10105355" y="-17535"/>
                  <a:pt x="10515600" y="0"/>
                </a:cubicBezTo>
                <a:cubicBezTo>
                  <a:pt x="10515789" y="12323"/>
                  <a:pt x="10515633" y="14639"/>
                  <a:pt x="10515600" y="27432"/>
                </a:cubicBezTo>
                <a:cubicBezTo>
                  <a:pt x="10343646" y="15282"/>
                  <a:pt x="10223667" y="31057"/>
                  <a:pt x="10068687" y="27432"/>
                </a:cubicBezTo>
                <a:cubicBezTo>
                  <a:pt x="9913707" y="23807"/>
                  <a:pt x="9512455" y="4101"/>
                  <a:pt x="9201150" y="27432"/>
                </a:cubicBezTo>
                <a:cubicBezTo>
                  <a:pt x="8889845" y="50763"/>
                  <a:pt x="8866277" y="3158"/>
                  <a:pt x="8543925" y="27432"/>
                </a:cubicBezTo>
                <a:cubicBezTo>
                  <a:pt x="8221573" y="51706"/>
                  <a:pt x="8288348" y="37286"/>
                  <a:pt x="8202168" y="27432"/>
                </a:cubicBezTo>
                <a:cubicBezTo>
                  <a:pt x="8115988" y="17578"/>
                  <a:pt x="7797033" y="6631"/>
                  <a:pt x="7544943" y="27432"/>
                </a:cubicBezTo>
                <a:cubicBezTo>
                  <a:pt x="7292854" y="48233"/>
                  <a:pt x="7108060" y="41767"/>
                  <a:pt x="6992874" y="27432"/>
                </a:cubicBezTo>
                <a:cubicBezTo>
                  <a:pt x="6877688" y="13097"/>
                  <a:pt x="6668930" y="7947"/>
                  <a:pt x="6440805" y="27432"/>
                </a:cubicBezTo>
                <a:cubicBezTo>
                  <a:pt x="6212680" y="46917"/>
                  <a:pt x="6027476" y="35225"/>
                  <a:pt x="5888736" y="27432"/>
                </a:cubicBezTo>
                <a:cubicBezTo>
                  <a:pt x="5749996" y="19639"/>
                  <a:pt x="5574559" y="43627"/>
                  <a:pt x="5336667" y="27432"/>
                </a:cubicBezTo>
                <a:cubicBezTo>
                  <a:pt x="5098775" y="11237"/>
                  <a:pt x="4837534" y="41882"/>
                  <a:pt x="4574286" y="27432"/>
                </a:cubicBezTo>
                <a:cubicBezTo>
                  <a:pt x="4311038" y="12982"/>
                  <a:pt x="4126419" y="26678"/>
                  <a:pt x="3917061" y="27432"/>
                </a:cubicBezTo>
                <a:cubicBezTo>
                  <a:pt x="3707704" y="28186"/>
                  <a:pt x="3657291" y="40087"/>
                  <a:pt x="3575304" y="27432"/>
                </a:cubicBezTo>
                <a:cubicBezTo>
                  <a:pt x="3493317" y="14777"/>
                  <a:pt x="3185226" y="45867"/>
                  <a:pt x="3023235" y="27432"/>
                </a:cubicBezTo>
                <a:cubicBezTo>
                  <a:pt x="2861244" y="8997"/>
                  <a:pt x="2597085" y="35801"/>
                  <a:pt x="2260854" y="27432"/>
                </a:cubicBezTo>
                <a:cubicBezTo>
                  <a:pt x="1924623" y="19063"/>
                  <a:pt x="1996678" y="15705"/>
                  <a:pt x="1813941" y="27432"/>
                </a:cubicBezTo>
                <a:cubicBezTo>
                  <a:pt x="1631204" y="39159"/>
                  <a:pt x="1187542" y="49167"/>
                  <a:pt x="946404" y="27432"/>
                </a:cubicBezTo>
                <a:cubicBezTo>
                  <a:pt x="705266" y="5697"/>
                  <a:pt x="404743" y="28229"/>
                  <a:pt x="0" y="27432"/>
                </a:cubicBezTo>
                <a:cubicBezTo>
                  <a:pt x="244" y="15297"/>
                  <a:pt x="645" y="7129"/>
                  <a:pt x="0" y="0"/>
                </a:cubicBezTo>
                <a:close/>
              </a:path>
              <a:path extrusionOk="0" h="27432" w="1051560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15650" y="5798"/>
                  <a:pt x="10515903" y="19375"/>
                  <a:pt x="10515600" y="27432"/>
                </a:cubicBezTo>
                <a:cubicBezTo>
                  <a:pt x="10304538" y="42307"/>
                  <a:pt x="10069280" y="3335"/>
                  <a:pt x="9753219" y="27432"/>
                </a:cubicBezTo>
                <a:cubicBezTo>
                  <a:pt x="9437158" y="51529"/>
                  <a:pt x="9488415" y="23852"/>
                  <a:pt x="9411462" y="27432"/>
                </a:cubicBezTo>
                <a:cubicBezTo>
                  <a:pt x="9334509" y="31012"/>
                  <a:pt x="9183755" y="44107"/>
                  <a:pt x="8964549" y="27432"/>
                </a:cubicBezTo>
                <a:cubicBezTo>
                  <a:pt x="8745343" y="10757"/>
                  <a:pt x="8279150" y="61693"/>
                  <a:pt x="8097012" y="27432"/>
                </a:cubicBezTo>
                <a:cubicBezTo>
                  <a:pt x="7914874" y="-6829"/>
                  <a:pt x="7608717" y="59556"/>
                  <a:pt x="7439787" y="27432"/>
                </a:cubicBezTo>
                <a:cubicBezTo>
                  <a:pt x="7270858" y="-4692"/>
                  <a:pt x="7154492" y="27026"/>
                  <a:pt x="6992874" y="27432"/>
                </a:cubicBezTo>
                <a:cubicBezTo>
                  <a:pt x="6831256" y="27838"/>
                  <a:pt x="6536817" y="51174"/>
                  <a:pt x="6335649" y="27432"/>
                </a:cubicBezTo>
                <a:cubicBezTo>
                  <a:pt x="6134481" y="3690"/>
                  <a:pt x="6097824" y="11070"/>
                  <a:pt x="5993892" y="27432"/>
                </a:cubicBezTo>
                <a:cubicBezTo>
                  <a:pt x="5889960" y="43794"/>
                  <a:pt x="5793821" y="34098"/>
                  <a:pt x="5652135" y="27432"/>
                </a:cubicBezTo>
                <a:cubicBezTo>
                  <a:pt x="5510449" y="20766"/>
                  <a:pt x="5168382" y="-3650"/>
                  <a:pt x="4994910" y="27432"/>
                </a:cubicBezTo>
                <a:cubicBezTo>
                  <a:pt x="4821439" y="58514"/>
                  <a:pt x="4653937" y="21362"/>
                  <a:pt x="4547997" y="27432"/>
                </a:cubicBezTo>
                <a:cubicBezTo>
                  <a:pt x="4442057" y="33502"/>
                  <a:pt x="4153363" y="33024"/>
                  <a:pt x="3785616" y="27432"/>
                </a:cubicBezTo>
                <a:cubicBezTo>
                  <a:pt x="3417869" y="21840"/>
                  <a:pt x="3544908" y="29840"/>
                  <a:pt x="3338703" y="27432"/>
                </a:cubicBezTo>
                <a:cubicBezTo>
                  <a:pt x="3132498" y="25024"/>
                  <a:pt x="2782152" y="45947"/>
                  <a:pt x="2576322" y="27432"/>
                </a:cubicBezTo>
                <a:cubicBezTo>
                  <a:pt x="2370492" y="8917"/>
                  <a:pt x="2347214" y="14129"/>
                  <a:pt x="2234565" y="27432"/>
                </a:cubicBezTo>
                <a:cubicBezTo>
                  <a:pt x="2121916" y="40735"/>
                  <a:pt x="1785921" y="49081"/>
                  <a:pt x="1472184" y="27432"/>
                </a:cubicBezTo>
                <a:cubicBezTo>
                  <a:pt x="1158447" y="5783"/>
                  <a:pt x="1203910" y="37937"/>
                  <a:pt x="1025271" y="27432"/>
                </a:cubicBezTo>
                <a:cubicBezTo>
                  <a:pt x="846632" y="16927"/>
                  <a:pt x="846577" y="17996"/>
                  <a:pt x="683514" y="27432"/>
                </a:cubicBezTo>
                <a:cubicBezTo>
                  <a:pt x="520451" y="36868"/>
                  <a:pt x="320799" y="46677"/>
                  <a:pt x="0" y="27432"/>
                </a:cubicBezTo>
                <a:cubicBezTo>
                  <a:pt x="-510" y="19859"/>
                  <a:pt x="-1106" y="11474"/>
                  <a:pt x="0" y="0"/>
                </a:cubicBezTo>
                <a:close/>
              </a:path>
            </a:pathLst>
          </a:custGeom>
          <a:solidFill>
            <a:schemeClr val="dk1"/>
          </a:solidFill>
          <a:ln cap="rnd" cmpd="sng" w="381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21" name="Google Shape;221;p27"/>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222" name="Google Shape;222;p27"/>
          <p:cNvSpPr txBox="1"/>
          <p:nvPr>
            <p:ph type="title"/>
          </p:nvPr>
        </p:nvSpPr>
        <p:spPr>
          <a:xfrm>
            <a:off x="630936" y="640080"/>
            <a:ext cx="4818888" cy="1481328"/>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1"/>
              </a:buClr>
              <a:buSzPts val="5600"/>
              <a:buFont typeface="Arial"/>
              <a:buNone/>
            </a:pPr>
            <a:r>
              <a:rPr lang="en-US" sz="5600"/>
              <a:t>BLYNK APP</a:t>
            </a:r>
            <a:endParaRPr/>
          </a:p>
        </p:txBody>
      </p:sp>
      <p:sp>
        <p:nvSpPr>
          <p:cNvPr id="223" name="Google Shape;223;p27"/>
          <p:cNvSpPr/>
          <p:nvPr/>
        </p:nvSpPr>
        <p:spPr>
          <a:xfrm>
            <a:off x="630936" y="2386584"/>
            <a:ext cx="4114800" cy="18288"/>
          </a:xfrm>
          <a:custGeom>
            <a:rect b="b" l="l" r="r" t="t"/>
            <a:pathLst>
              <a:path extrusionOk="0" fill="none" h="18288" w="4114800">
                <a:moveTo>
                  <a:pt x="0" y="0"/>
                </a:moveTo>
                <a:cubicBezTo>
                  <a:pt x="338280" y="-26110"/>
                  <a:pt x="483942" y="6555"/>
                  <a:pt x="768096" y="0"/>
                </a:cubicBezTo>
                <a:cubicBezTo>
                  <a:pt x="1052250" y="-6555"/>
                  <a:pt x="1331484" y="24616"/>
                  <a:pt x="1495044" y="0"/>
                </a:cubicBezTo>
                <a:cubicBezTo>
                  <a:pt x="1658604" y="-24616"/>
                  <a:pt x="2056661" y="-33562"/>
                  <a:pt x="2221992" y="0"/>
                </a:cubicBezTo>
                <a:cubicBezTo>
                  <a:pt x="2387323" y="33562"/>
                  <a:pt x="2629463" y="-20094"/>
                  <a:pt x="2784348" y="0"/>
                </a:cubicBezTo>
                <a:cubicBezTo>
                  <a:pt x="2939233" y="20094"/>
                  <a:pt x="3151981" y="1524"/>
                  <a:pt x="3387852" y="0"/>
                </a:cubicBezTo>
                <a:cubicBezTo>
                  <a:pt x="3623723" y="-1524"/>
                  <a:pt x="3882724" y="26165"/>
                  <a:pt x="4114800" y="0"/>
                </a:cubicBezTo>
                <a:cubicBezTo>
                  <a:pt x="4114300" y="8855"/>
                  <a:pt x="4114909" y="14521"/>
                  <a:pt x="4114800" y="18288"/>
                </a:cubicBezTo>
                <a:cubicBezTo>
                  <a:pt x="3910038" y="37744"/>
                  <a:pt x="3683432" y="-3969"/>
                  <a:pt x="3429000" y="18288"/>
                </a:cubicBezTo>
                <a:cubicBezTo>
                  <a:pt x="3174568" y="40545"/>
                  <a:pt x="3085815" y="44166"/>
                  <a:pt x="2866644" y="18288"/>
                </a:cubicBezTo>
                <a:cubicBezTo>
                  <a:pt x="2647473" y="-7590"/>
                  <a:pt x="2580474" y="31338"/>
                  <a:pt x="2304288" y="18288"/>
                </a:cubicBezTo>
                <a:cubicBezTo>
                  <a:pt x="2028102" y="5238"/>
                  <a:pt x="1863008" y="-2001"/>
                  <a:pt x="1577340" y="18288"/>
                </a:cubicBezTo>
                <a:cubicBezTo>
                  <a:pt x="1291672" y="38577"/>
                  <a:pt x="1243931" y="9893"/>
                  <a:pt x="973836" y="18288"/>
                </a:cubicBezTo>
                <a:cubicBezTo>
                  <a:pt x="703741" y="26683"/>
                  <a:pt x="317656" y="-5910"/>
                  <a:pt x="0" y="18288"/>
                </a:cubicBezTo>
                <a:cubicBezTo>
                  <a:pt x="683" y="12014"/>
                  <a:pt x="724" y="5908"/>
                  <a:pt x="0" y="0"/>
                </a:cubicBezTo>
                <a:close/>
              </a:path>
              <a:path extrusionOk="0" h="18288" w="4114800">
                <a:moveTo>
                  <a:pt x="0" y="0"/>
                </a:moveTo>
                <a:cubicBezTo>
                  <a:pt x="276109" y="5266"/>
                  <a:pt x="325589" y="-19584"/>
                  <a:pt x="644652" y="0"/>
                </a:cubicBezTo>
                <a:cubicBezTo>
                  <a:pt x="963715" y="19584"/>
                  <a:pt x="1064991" y="6066"/>
                  <a:pt x="1207008" y="0"/>
                </a:cubicBezTo>
                <a:cubicBezTo>
                  <a:pt x="1349025" y="-6066"/>
                  <a:pt x="1791724" y="14506"/>
                  <a:pt x="1975104" y="0"/>
                </a:cubicBezTo>
                <a:cubicBezTo>
                  <a:pt x="2158484" y="-14506"/>
                  <a:pt x="2397469" y="20822"/>
                  <a:pt x="2619756" y="0"/>
                </a:cubicBezTo>
                <a:cubicBezTo>
                  <a:pt x="2842043" y="-20822"/>
                  <a:pt x="2992157" y="20388"/>
                  <a:pt x="3264408" y="0"/>
                </a:cubicBezTo>
                <a:cubicBezTo>
                  <a:pt x="3536659" y="-20388"/>
                  <a:pt x="3855620" y="38211"/>
                  <a:pt x="4114800" y="0"/>
                </a:cubicBezTo>
                <a:cubicBezTo>
                  <a:pt x="4113902" y="7180"/>
                  <a:pt x="4114969" y="13790"/>
                  <a:pt x="4114800" y="18288"/>
                </a:cubicBezTo>
                <a:cubicBezTo>
                  <a:pt x="3968901" y="8593"/>
                  <a:pt x="3623428" y="17559"/>
                  <a:pt x="3429000" y="18288"/>
                </a:cubicBezTo>
                <a:cubicBezTo>
                  <a:pt x="3234572" y="19017"/>
                  <a:pt x="3085079" y="41804"/>
                  <a:pt x="2866644" y="18288"/>
                </a:cubicBezTo>
                <a:cubicBezTo>
                  <a:pt x="2648209" y="-5228"/>
                  <a:pt x="2451737" y="24580"/>
                  <a:pt x="2180844" y="18288"/>
                </a:cubicBezTo>
                <a:cubicBezTo>
                  <a:pt x="1909951" y="11996"/>
                  <a:pt x="1681589" y="12244"/>
                  <a:pt x="1495044" y="18288"/>
                </a:cubicBezTo>
                <a:cubicBezTo>
                  <a:pt x="1308499" y="24332"/>
                  <a:pt x="1136614" y="21789"/>
                  <a:pt x="850392" y="18288"/>
                </a:cubicBezTo>
                <a:cubicBezTo>
                  <a:pt x="564170" y="14787"/>
                  <a:pt x="210636" y="54701"/>
                  <a:pt x="0" y="18288"/>
                </a:cubicBezTo>
                <a:cubicBezTo>
                  <a:pt x="571" y="10093"/>
                  <a:pt x="-125" y="8407"/>
                  <a:pt x="0" y="0"/>
                </a:cubicBezTo>
                <a:close/>
              </a:path>
            </a:pathLst>
          </a:custGeom>
          <a:solidFill>
            <a:srgbClr val="157DF3"/>
          </a:solidFill>
          <a:ln cap="rnd" cmpd="sng" w="38100">
            <a:solidFill>
              <a:srgbClr val="157DF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224" name="Google Shape;224;p27"/>
          <p:cNvSpPr txBox="1"/>
          <p:nvPr>
            <p:ph idx="1" type="body"/>
          </p:nvPr>
        </p:nvSpPr>
        <p:spPr>
          <a:xfrm>
            <a:off x="630936" y="2660904"/>
            <a:ext cx="4818888" cy="3547872"/>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3200"/>
              <a:buNone/>
            </a:pPr>
            <a:r>
              <a:rPr b="1" i="0" lang="en-US" sz="1800"/>
              <a:t>Blynk</a:t>
            </a:r>
            <a:r>
              <a:rPr b="0" i="0" lang="en-US" sz="1800"/>
              <a:t> was designed for the Internet of Things. It can control hardware remotely, it can display sensor data, it can store data, vizualize it and do many other cool things. There are three major components in the platform: ... </a:t>
            </a:r>
            <a:r>
              <a:rPr b="1" i="0" lang="en-US" sz="1800"/>
              <a:t>Blynk</a:t>
            </a:r>
            <a:r>
              <a:rPr b="0" i="0" lang="en-US" sz="1800"/>
              <a:t> Server - responsible for all the communications between the smartphone and hardware.</a:t>
            </a:r>
            <a:endParaRPr sz="1800"/>
          </a:p>
        </p:txBody>
      </p:sp>
      <p:pic>
        <p:nvPicPr>
          <p:cNvPr descr="How to make Blynk.sync ALL after the power loss? - Solved - Blynk Community" id="225" name="Google Shape;225;p27"/>
          <p:cNvPicPr preferRelativeResize="0"/>
          <p:nvPr/>
        </p:nvPicPr>
        <p:blipFill rotWithShape="1">
          <a:blip r:embed="rId3">
            <a:alphaModFix/>
          </a:blip>
          <a:srcRect b="0" l="0" r="0" t="0"/>
          <a:stretch/>
        </p:blipFill>
        <p:spPr>
          <a:xfrm>
            <a:off x="7259764" y="640080"/>
            <a:ext cx="3137535" cy="557784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2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1"/>
              </a:buClr>
              <a:buSzPts val="4800"/>
              <a:buFont typeface="Arial"/>
              <a:buNone/>
            </a:pPr>
            <a:r>
              <a:rPr lang="en-US"/>
              <a:t>ADVANTAGES</a:t>
            </a:r>
            <a:endParaRPr/>
          </a:p>
        </p:txBody>
      </p:sp>
      <p:sp>
        <p:nvSpPr>
          <p:cNvPr id="231" name="Google Shape;231;p28"/>
          <p:cNvSpPr txBox="1"/>
          <p:nvPr>
            <p:ph idx="1" type="body"/>
          </p:nvPr>
        </p:nvSpPr>
        <p:spPr>
          <a:xfrm>
            <a:off x="838200" y="1929384"/>
            <a:ext cx="10515600" cy="4251960"/>
          </a:xfrm>
          <a:prstGeom prst="rect">
            <a:avLst/>
          </a:prstGeom>
          <a:noFill/>
          <a:ln>
            <a:noFill/>
          </a:ln>
        </p:spPr>
        <p:txBody>
          <a:bodyPr anchorCtr="0" anchor="t" bIns="45700" lIns="91425" spcFirstLastPara="1" rIns="91425" wrap="square" tIns="45700">
            <a:normAutofit/>
          </a:bodyPr>
          <a:lstStyle/>
          <a:p>
            <a:pPr indent="-114300" lvl="0" marL="228600" rtl="0" algn="l">
              <a:lnSpc>
                <a:spcPct val="110000"/>
              </a:lnSpc>
              <a:spcBef>
                <a:spcPts val="0"/>
              </a:spcBef>
              <a:spcAft>
                <a:spcPts val="0"/>
              </a:spcAft>
              <a:buClr>
                <a:srgbClr val="000000"/>
              </a:buClr>
              <a:buSzPts val="1800"/>
              <a:buChar char="•"/>
            </a:pPr>
            <a:r>
              <a:rPr b="0" i="0" lang="en-US" sz="1800" u="none" strike="noStrike">
                <a:solidFill>
                  <a:srgbClr val="000000"/>
                </a:solidFill>
              </a:rPr>
              <a:t>Can be used to track the location of a particular thing</a:t>
            </a:r>
            <a:endParaRPr b="0" sz="1800"/>
          </a:p>
          <a:p>
            <a:pPr indent="-114300" lvl="0" marL="228600" rtl="0" algn="l">
              <a:lnSpc>
                <a:spcPct val="110000"/>
              </a:lnSpc>
              <a:spcBef>
                <a:spcPts val="0"/>
              </a:spcBef>
              <a:spcAft>
                <a:spcPts val="0"/>
              </a:spcAft>
              <a:buClr>
                <a:srgbClr val="000000"/>
              </a:buClr>
              <a:buSzPts val="1800"/>
              <a:buChar char="•"/>
            </a:pPr>
            <a:r>
              <a:rPr b="0" i="0" lang="en-US" sz="1800" u="none" strike="noStrike">
                <a:solidFill>
                  <a:srgbClr val="000000"/>
                </a:solidFill>
              </a:rPr>
              <a:t>Can be used to measure humidity at any place</a:t>
            </a:r>
            <a:endParaRPr b="0" sz="1800"/>
          </a:p>
          <a:p>
            <a:pPr indent="-114300" lvl="0" marL="228600" rtl="0" algn="l">
              <a:lnSpc>
                <a:spcPct val="110000"/>
              </a:lnSpc>
              <a:spcBef>
                <a:spcPts val="0"/>
              </a:spcBef>
              <a:spcAft>
                <a:spcPts val="0"/>
              </a:spcAft>
              <a:buClr>
                <a:srgbClr val="000000"/>
              </a:buClr>
              <a:buSzPts val="1800"/>
              <a:buChar char="•"/>
            </a:pPr>
            <a:r>
              <a:rPr b="0" i="0" lang="en-US" sz="1800" u="none" strike="noStrike">
                <a:solidFill>
                  <a:srgbClr val="000000"/>
                </a:solidFill>
              </a:rPr>
              <a:t>Can be operated automatically</a:t>
            </a:r>
            <a:endParaRPr b="0" sz="1800"/>
          </a:p>
          <a:p>
            <a:pPr indent="-114300" lvl="0" marL="228600" rtl="0" algn="l">
              <a:lnSpc>
                <a:spcPct val="110000"/>
              </a:lnSpc>
              <a:spcBef>
                <a:spcPts val="0"/>
              </a:spcBef>
              <a:spcAft>
                <a:spcPts val="0"/>
              </a:spcAft>
              <a:buClr>
                <a:srgbClr val="000000"/>
              </a:buClr>
              <a:buSzPts val="1800"/>
              <a:buChar char="•"/>
            </a:pPr>
            <a:r>
              <a:rPr b="0" i="0" lang="en-US" sz="1800" u="none" strike="noStrike">
                <a:solidFill>
                  <a:srgbClr val="000000"/>
                </a:solidFill>
              </a:rPr>
              <a:t>Reduces manpower</a:t>
            </a:r>
            <a:br>
              <a:rPr lang="en-US" sz="1800"/>
            </a:br>
            <a:endParaRPr sz="18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2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1"/>
              </a:buClr>
              <a:buSzPts val="4800"/>
              <a:buFont typeface="Arial"/>
              <a:buNone/>
            </a:pPr>
            <a:r>
              <a:rPr lang="en-US" sz="2200"/>
              <a:t>FUTURE SCOPE</a:t>
            </a:r>
            <a:endParaRPr sz="2200"/>
          </a:p>
        </p:txBody>
      </p:sp>
      <p:sp>
        <p:nvSpPr>
          <p:cNvPr id="237" name="Google Shape;237;p29"/>
          <p:cNvSpPr txBox="1"/>
          <p:nvPr>
            <p:ph idx="1" type="body"/>
          </p:nvPr>
        </p:nvSpPr>
        <p:spPr>
          <a:xfrm>
            <a:off x="838200" y="1929384"/>
            <a:ext cx="10515600" cy="4251960"/>
          </a:xfrm>
          <a:prstGeom prst="rect">
            <a:avLst/>
          </a:prstGeom>
          <a:noFill/>
          <a:ln>
            <a:noFill/>
          </a:ln>
        </p:spPr>
        <p:txBody>
          <a:bodyPr anchorCtr="0" anchor="t" bIns="45700" lIns="91425" spcFirstLastPara="1" rIns="91425" wrap="square" tIns="45700">
            <a:normAutofit/>
          </a:bodyPr>
          <a:lstStyle/>
          <a:p>
            <a:pPr indent="0" lvl="0" marL="0" rtl="0" algn="l">
              <a:lnSpc>
                <a:spcPct val="110000"/>
              </a:lnSpc>
              <a:spcBef>
                <a:spcPts val="0"/>
              </a:spcBef>
              <a:spcAft>
                <a:spcPts val="0"/>
              </a:spcAft>
              <a:buClr>
                <a:srgbClr val="000000"/>
              </a:buClr>
              <a:buSzPts val="6000"/>
              <a:buNone/>
            </a:pPr>
            <a:r>
              <a:rPr b="0" i="0" lang="en-US" sz="2200" u="none" strike="noStrike">
                <a:solidFill>
                  <a:srgbClr val="000000"/>
                </a:solidFill>
                <a:latin typeface="Arial"/>
                <a:ea typeface="Arial"/>
                <a:cs typeface="Arial"/>
                <a:sym typeface="Arial"/>
              </a:rPr>
              <a:t>This prototype can be developed by using Lora technology which enables the user to transmit the signals from a long-range.</a:t>
            </a:r>
            <a:endParaRPr sz="2200">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SketchyVTI">
  <a:themeElements>
    <a:clrScheme name="SketchyVTI">
      <a:dk1>
        <a:srgbClr val="000000"/>
      </a:dk1>
      <a:lt1>
        <a:srgbClr val="FFFFFF"/>
      </a:lt1>
      <a:dk2>
        <a:srgbClr val="39302A"/>
      </a:dk2>
      <a:lt2>
        <a:srgbClr val="E5DEDB"/>
      </a:lt2>
      <a:accent1>
        <a:srgbClr val="E4650E"/>
      </a:accent1>
      <a:accent2>
        <a:srgbClr val="00A5AB"/>
      </a:accent2>
      <a:accent3>
        <a:srgbClr val="09963B"/>
      </a:accent3>
      <a:accent4>
        <a:srgbClr val="E64823"/>
      </a:accent4>
      <a:accent5>
        <a:srgbClr val="9C6A6A"/>
      </a:accent5>
      <a:accent6>
        <a:srgbClr val="824F8C"/>
      </a:accent6>
      <a:hlink>
        <a:srgbClr val="2998E3"/>
      </a:hlink>
      <a:folHlink>
        <a:srgbClr val="7F723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ketchyVTI">
  <a:themeElements>
    <a:clrScheme name="SketchyVTI">
      <a:dk1>
        <a:srgbClr val="000000"/>
      </a:dk1>
      <a:lt1>
        <a:srgbClr val="FFFFFF"/>
      </a:lt1>
      <a:dk2>
        <a:srgbClr val="39302A"/>
      </a:dk2>
      <a:lt2>
        <a:srgbClr val="E5DEDB"/>
      </a:lt2>
      <a:accent1>
        <a:srgbClr val="E4650E"/>
      </a:accent1>
      <a:accent2>
        <a:srgbClr val="00A5AB"/>
      </a:accent2>
      <a:accent3>
        <a:srgbClr val="09963B"/>
      </a:accent3>
      <a:accent4>
        <a:srgbClr val="E64823"/>
      </a:accent4>
      <a:accent5>
        <a:srgbClr val="9C6A6A"/>
      </a:accent5>
      <a:accent6>
        <a:srgbClr val="824F8C"/>
      </a:accent6>
      <a:hlink>
        <a:srgbClr val="2998E3"/>
      </a:hlink>
      <a:folHlink>
        <a:srgbClr val="7F723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